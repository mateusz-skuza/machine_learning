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5"/>
    <p:sldMasterId id="214748370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Raleway ExtraBold"/>
      <p:bold r:id="rId36"/>
      <p:boldItalic r:id="rId37"/>
    </p:embeddedFont>
    <p:embeddedFont>
      <p:font typeface="Raleway Medium"/>
      <p:regular r:id="rId38"/>
      <p:bold r:id="rId39"/>
      <p:italic r:id="rId40"/>
      <p:boldItalic r:id="rId41"/>
    </p:embeddedFont>
    <p:embeddedFont>
      <p:font typeface="PT Sans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69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281188-21B7-48E0-BE70-235E6DFD2079}">
  <a:tblStyle styleId="{65281188-21B7-48E0-BE70-235E6DFD20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9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Medium-italic.fntdata"/><Relationship Id="rId42" Type="http://schemas.openxmlformats.org/officeDocument/2006/relationships/font" Target="fonts/PTSans-regular.fntdata"/><Relationship Id="rId41" Type="http://schemas.openxmlformats.org/officeDocument/2006/relationships/font" Target="fonts/RalewayMedium-boldItalic.fntdata"/><Relationship Id="rId44" Type="http://schemas.openxmlformats.org/officeDocument/2006/relationships/font" Target="fonts/PTSans-italic.fntdata"/><Relationship Id="rId43" Type="http://schemas.openxmlformats.org/officeDocument/2006/relationships/font" Target="fonts/PTSans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PT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font" Target="fonts/Raleway-bold.fntdata"/><Relationship Id="rId32" Type="http://schemas.openxmlformats.org/officeDocument/2006/relationships/font" Target="fonts/Raleway-regular.fntdata"/><Relationship Id="rId35" Type="http://schemas.openxmlformats.org/officeDocument/2006/relationships/font" Target="fonts/Raleway-boldItalic.fntdata"/><Relationship Id="rId34" Type="http://schemas.openxmlformats.org/officeDocument/2006/relationships/font" Target="fonts/Raleway-italic.fntdata"/><Relationship Id="rId37" Type="http://schemas.openxmlformats.org/officeDocument/2006/relationships/font" Target="fonts/RalewayExtraBold-boldItalic.fntdata"/><Relationship Id="rId36" Type="http://schemas.openxmlformats.org/officeDocument/2006/relationships/font" Target="fonts/RalewayExtraBold-bold.fntdata"/><Relationship Id="rId39" Type="http://schemas.openxmlformats.org/officeDocument/2006/relationships/font" Target="fonts/RalewayMedium-bold.fntdata"/><Relationship Id="rId38" Type="http://schemas.openxmlformats.org/officeDocument/2006/relationships/font" Target="fonts/RalewayMedium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4097ecc985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4097ecc985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cc7248e3a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cc7248e3a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4097ecc985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4097ecc985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cc7248e3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cc7248e3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e4650a3da3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e4650a3da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4097ecc985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4097ecc985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fd4679116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fd4679116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d4679116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fd4679116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4097ecc985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4097ecc985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fd4679116f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fd4679116f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d4679116f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d4679116f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4097ecc985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4097ecc985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4097ecc985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4097ecc985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4097ecc985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4097ecc985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4097ecc985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4097ecc985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4097ecc985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4097ecc985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4097ecc985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4097ecc985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4097ecc985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4097ecc985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4097ecc985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4097ecc985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4097f071d1a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4097f071d1a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fd41a9718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fd41a9718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fd43c9fc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fd43c9f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97050"/>
            <a:ext cx="6651600" cy="156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33324" y="3906950"/>
            <a:ext cx="6065400" cy="414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4963434" y="924863"/>
            <a:ext cx="954000" cy="954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/>
          <p:nvPr>
            <p:ph idx="3" type="pic"/>
          </p:nvPr>
        </p:nvSpPr>
        <p:spPr>
          <a:xfrm>
            <a:off x="1322338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" name="Google Shape;15;p3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16" name="Google Shape;16;p3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flipH="1" rot="10800000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flipH="1" rot="10800000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 rot="10800000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1350150"/>
            <a:ext cx="2776200" cy="11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25" y="2469150"/>
            <a:ext cx="2776200" cy="13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628225" y="3279925"/>
            <a:ext cx="62676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1628225" y="1845299"/>
            <a:ext cx="62676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1628225" y="1588175"/>
            <a:ext cx="6267600" cy="3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1628225" y="3022850"/>
            <a:ext cx="6267600" cy="3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2" name="Google Shape;32;p5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33" name="Google Shape;33;p5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6" name="Google Shape;36;p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9" name="Google Shape;39;p6"/>
          <p:cNvGrpSpPr/>
          <p:nvPr/>
        </p:nvGrpSpPr>
        <p:grpSpPr>
          <a:xfrm>
            <a:off x="0" y="3429300"/>
            <a:ext cx="9141475" cy="1714200"/>
            <a:chOff x="0" y="3429300"/>
            <a:chExt cx="9141475" cy="1714200"/>
          </a:xfrm>
        </p:grpSpPr>
        <p:sp>
          <p:nvSpPr>
            <p:cNvPr id="40" name="Google Shape;40;p6"/>
            <p:cNvSpPr/>
            <p:nvPr/>
          </p:nvSpPr>
          <p:spPr>
            <a:xfrm flipH="1" rot="10800000">
              <a:off x="0" y="4286400"/>
              <a:ext cx="710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flipH="1" rot="10800000">
              <a:off x="0" y="34293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flipH="1" rot="10800000">
              <a:off x="8430775" y="42864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8430775" y="4125900"/>
              <a:ext cx="710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4" name="Google Shape;44;p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713225" y="845825"/>
            <a:ext cx="4294800" cy="12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713225" y="2141075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48" name="Google Shape;48;p7"/>
          <p:cNvSpPr/>
          <p:nvPr>
            <p:ph idx="2" type="pic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50" name="Google Shape;50;p7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6" name="Google Shape;56;p8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57" name="Google Shape;57;p8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58" name="Google Shape;58;p8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" name="Google Shape;59;p8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61" name="Google Shape;61;p8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6" name="Google Shape;66;p9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67" name="Google Shape;67;p9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0" name="Google Shape;70;p9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2617600" y="2118550"/>
            <a:ext cx="3908700" cy="101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subTitle"/>
          </p:nvPr>
        </p:nvSpPr>
        <p:spPr>
          <a:xfrm>
            <a:off x="2817525" y="3212000"/>
            <a:ext cx="3509100" cy="417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2" type="title"/>
          </p:nvPr>
        </p:nvSpPr>
        <p:spPr>
          <a:xfrm>
            <a:off x="720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3" type="title"/>
          </p:nvPr>
        </p:nvSpPr>
        <p:spPr>
          <a:xfrm>
            <a:off x="4572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4" type="title"/>
          </p:nvPr>
        </p:nvSpPr>
        <p:spPr>
          <a:xfrm>
            <a:off x="720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hasCustomPrompt="1" idx="5" type="title"/>
          </p:nvPr>
        </p:nvSpPr>
        <p:spPr>
          <a:xfrm>
            <a:off x="4572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6" type="title"/>
          </p:nvPr>
        </p:nvSpPr>
        <p:spPr>
          <a:xfrm>
            <a:off x="720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4572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607100" y="1762373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1607100" y="2852736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9" type="subTitle"/>
          </p:nvPr>
        </p:nvSpPr>
        <p:spPr>
          <a:xfrm>
            <a:off x="1607100" y="3943098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3" type="subTitle"/>
          </p:nvPr>
        </p:nvSpPr>
        <p:spPr>
          <a:xfrm>
            <a:off x="5459100" y="1762373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4" type="subTitle"/>
          </p:nvPr>
        </p:nvSpPr>
        <p:spPr>
          <a:xfrm>
            <a:off x="5459100" y="2852736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5" type="subTitle"/>
          </p:nvPr>
        </p:nvSpPr>
        <p:spPr>
          <a:xfrm>
            <a:off x="5459100" y="3943098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92" name="Google Shape;92;p13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94" name="Google Shape;94;p13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97" name="Google Shape;97;p13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8" name="Google Shape;98;p13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3718663" y="959100"/>
            <a:ext cx="2872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" type="subTitle"/>
          </p:nvPr>
        </p:nvSpPr>
        <p:spPr>
          <a:xfrm>
            <a:off x="3718675" y="2167200"/>
            <a:ext cx="4142400" cy="20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grpSp>
        <p:nvGrpSpPr>
          <p:cNvPr id="102" name="Google Shape;102;p14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103" name="Google Shape;103;p14"/>
            <p:cNvSpPr/>
            <p:nvPr/>
          </p:nvSpPr>
          <p:spPr>
            <a:xfrm flipH="1" rot="10800000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 flipH="1" rot="10800000">
              <a:off x="843077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flipH="1" rot="10800000"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3997325" y="1045900"/>
            <a:ext cx="4433700" cy="142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" type="subTitle"/>
          </p:nvPr>
        </p:nvSpPr>
        <p:spPr>
          <a:xfrm>
            <a:off x="3997325" y="2430553"/>
            <a:ext cx="4433700" cy="14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p15"/>
          <p:cNvSpPr/>
          <p:nvPr>
            <p:ph idx="2" type="pic"/>
          </p:nvPr>
        </p:nvSpPr>
        <p:spPr>
          <a:xfrm>
            <a:off x="713225" y="554676"/>
            <a:ext cx="2801100" cy="404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3" name="Google Shape;113;p15"/>
          <p:cNvGrpSpPr/>
          <p:nvPr/>
        </p:nvGrpSpPr>
        <p:grpSpPr>
          <a:xfrm>
            <a:off x="0" y="0"/>
            <a:ext cx="713100" cy="5143500"/>
            <a:chOff x="0" y="0"/>
            <a:chExt cx="713100" cy="5143500"/>
          </a:xfrm>
        </p:grpSpPr>
        <p:sp>
          <p:nvSpPr>
            <p:cNvPr id="114" name="Google Shape;114;p15"/>
            <p:cNvSpPr/>
            <p:nvPr/>
          </p:nvSpPr>
          <p:spPr>
            <a:xfrm flipH="1" rot="10800000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 flipH="1" rot="10800000">
              <a:off x="0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 flipH="1" rot="10800000">
            <a:off x="8430775" y="0"/>
            <a:ext cx="7131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6177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713225" y="539504"/>
            <a:ext cx="419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713225" y="1237654"/>
            <a:ext cx="4195500" cy="30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2" name="Google Shape;122;p16"/>
          <p:cNvGrpSpPr/>
          <p:nvPr/>
        </p:nvGrpSpPr>
        <p:grpSpPr>
          <a:xfrm>
            <a:off x="0" y="4662000"/>
            <a:ext cx="9144000" cy="481500"/>
            <a:chOff x="0" y="4662000"/>
            <a:chExt cx="9144000" cy="4815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6" name="Google Shape;126;p1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9" name="Google Shape;129;p17"/>
          <p:cNvGrpSpPr/>
          <p:nvPr/>
        </p:nvGrpSpPr>
        <p:grpSpPr>
          <a:xfrm>
            <a:off x="0" y="0"/>
            <a:ext cx="9144000" cy="481500"/>
            <a:chOff x="0" y="4662000"/>
            <a:chExt cx="9144000" cy="4815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3" name="Google Shape;133;p17"/>
          <p:cNvSpPr/>
          <p:nvPr/>
        </p:nvSpPr>
        <p:spPr>
          <a:xfrm>
            <a:off x="713225" y="476431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>
            <a:off x="713225" y="1558450"/>
            <a:ext cx="69519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713225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31361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5749496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713225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31357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6" type="subTitle"/>
          </p:nvPr>
        </p:nvSpPr>
        <p:spPr>
          <a:xfrm>
            <a:off x="5749488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43" name="Google Shape;143;p18"/>
          <p:cNvGrpSpPr/>
          <p:nvPr/>
        </p:nvGrpSpPr>
        <p:grpSpPr>
          <a:xfrm>
            <a:off x="8795925" y="2411700"/>
            <a:ext cx="364500" cy="2731800"/>
            <a:chOff x="8795925" y="2411700"/>
            <a:chExt cx="364500" cy="2731800"/>
          </a:xfrm>
        </p:grpSpPr>
        <p:sp>
          <p:nvSpPr>
            <p:cNvPr id="144" name="Google Shape;144;p18"/>
            <p:cNvSpPr/>
            <p:nvPr/>
          </p:nvSpPr>
          <p:spPr>
            <a:xfrm flipH="1" rot="10800000">
              <a:off x="8795925" y="4286400"/>
              <a:ext cx="3645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 flipH="1" rot="10800000">
              <a:off x="8795925" y="3429300"/>
              <a:ext cx="3645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 flipH="1" rot="10800000">
              <a:off x="8795925" y="2572200"/>
              <a:ext cx="3645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8795925" y="2411700"/>
              <a:ext cx="364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8" name="Google Shape;148;p1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1" type="subTitle"/>
          </p:nvPr>
        </p:nvSpPr>
        <p:spPr>
          <a:xfrm>
            <a:off x="713225" y="1659425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2" type="subTitle"/>
          </p:nvPr>
        </p:nvSpPr>
        <p:spPr>
          <a:xfrm>
            <a:off x="4698825" y="1659425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3" type="subTitle"/>
          </p:nvPr>
        </p:nvSpPr>
        <p:spPr>
          <a:xfrm>
            <a:off x="713225" y="3396200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4" type="subTitle"/>
          </p:nvPr>
        </p:nvSpPr>
        <p:spPr>
          <a:xfrm>
            <a:off x="4698825" y="3396200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5" type="subTitle"/>
          </p:nvPr>
        </p:nvSpPr>
        <p:spPr>
          <a:xfrm>
            <a:off x="713225" y="13384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6" type="subTitle"/>
          </p:nvPr>
        </p:nvSpPr>
        <p:spPr>
          <a:xfrm>
            <a:off x="713225" y="30752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7" type="subTitle"/>
          </p:nvPr>
        </p:nvSpPr>
        <p:spPr>
          <a:xfrm>
            <a:off x="4698825" y="13384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8" type="subTitle"/>
          </p:nvPr>
        </p:nvSpPr>
        <p:spPr>
          <a:xfrm>
            <a:off x="4698825" y="30752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59" name="Google Shape;159;p19"/>
          <p:cNvGrpSpPr/>
          <p:nvPr/>
        </p:nvGrpSpPr>
        <p:grpSpPr>
          <a:xfrm>
            <a:off x="0" y="3429300"/>
            <a:ext cx="9160425" cy="1714200"/>
            <a:chOff x="0" y="3429300"/>
            <a:chExt cx="9160425" cy="1714200"/>
          </a:xfrm>
        </p:grpSpPr>
        <p:grpSp>
          <p:nvGrpSpPr>
            <p:cNvPr id="160" name="Google Shape;160;p19"/>
            <p:cNvGrpSpPr/>
            <p:nvPr/>
          </p:nvGrpSpPr>
          <p:grpSpPr>
            <a:xfrm>
              <a:off x="8795925" y="3429300"/>
              <a:ext cx="364500" cy="1714200"/>
              <a:chOff x="8795925" y="3429300"/>
              <a:chExt cx="364500" cy="1714200"/>
            </a:xfrm>
          </p:grpSpPr>
          <p:sp>
            <p:nvSpPr>
              <p:cNvPr id="161" name="Google Shape;161;p19"/>
              <p:cNvSpPr/>
              <p:nvPr/>
            </p:nvSpPr>
            <p:spPr>
              <a:xfrm flipH="1" rot="10800000">
                <a:off x="8795925" y="4286400"/>
                <a:ext cx="364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 flipH="1" rot="10800000">
                <a:off x="8795925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3" name="Google Shape;163;p19"/>
            <p:cNvGrpSpPr/>
            <p:nvPr/>
          </p:nvGrpSpPr>
          <p:grpSpPr>
            <a:xfrm>
              <a:off x="0" y="3429300"/>
              <a:ext cx="364500" cy="1714200"/>
              <a:chOff x="0" y="3429300"/>
              <a:chExt cx="364500" cy="1714200"/>
            </a:xfrm>
          </p:grpSpPr>
          <p:sp>
            <p:nvSpPr>
              <p:cNvPr id="164" name="Google Shape;164;p19"/>
              <p:cNvSpPr/>
              <p:nvPr/>
            </p:nvSpPr>
            <p:spPr>
              <a:xfrm flipH="1" rot="10800000">
                <a:off x="0" y="4286400"/>
                <a:ext cx="364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 flipH="1" rot="10800000">
                <a:off x="0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66" name="Google Shape;166;p19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20"/>
          <p:cNvSpPr txBox="1"/>
          <p:nvPr>
            <p:ph idx="1" type="subTitle"/>
          </p:nvPr>
        </p:nvSpPr>
        <p:spPr>
          <a:xfrm>
            <a:off x="71310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idx="2" type="subTitle"/>
          </p:nvPr>
        </p:nvSpPr>
        <p:spPr>
          <a:xfrm>
            <a:off x="345525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0"/>
          <p:cNvSpPr txBox="1"/>
          <p:nvPr>
            <p:ph idx="3" type="subTitle"/>
          </p:nvPr>
        </p:nvSpPr>
        <p:spPr>
          <a:xfrm>
            <a:off x="71310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0"/>
          <p:cNvSpPr txBox="1"/>
          <p:nvPr>
            <p:ph idx="4" type="subTitle"/>
          </p:nvPr>
        </p:nvSpPr>
        <p:spPr>
          <a:xfrm>
            <a:off x="345525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5" type="subTitle"/>
          </p:nvPr>
        </p:nvSpPr>
        <p:spPr>
          <a:xfrm>
            <a:off x="619740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6" type="subTitle"/>
          </p:nvPr>
        </p:nvSpPr>
        <p:spPr>
          <a:xfrm>
            <a:off x="619740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7" type="subTitle"/>
          </p:nvPr>
        </p:nvSpPr>
        <p:spPr>
          <a:xfrm>
            <a:off x="713100" y="1307112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8" type="subTitle"/>
          </p:nvPr>
        </p:nvSpPr>
        <p:spPr>
          <a:xfrm>
            <a:off x="3457650" y="130711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7" name="Google Shape;177;p20"/>
          <p:cNvSpPr txBox="1"/>
          <p:nvPr>
            <p:ph idx="9" type="subTitle"/>
          </p:nvPr>
        </p:nvSpPr>
        <p:spPr>
          <a:xfrm>
            <a:off x="6199800" y="130711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8" name="Google Shape;178;p20"/>
          <p:cNvSpPr txBox="1"/>
          <p:nvPr>
            <p:ph idx="13" type="subTitle"/>
          </p:nvPr>
        </p:nvSpPr>
        <p:spPr>
          <a:xfrm>
            <a:off x="713100" y="3034188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9" name="Google Shape;179;p20"/>
          <p:cNvSpPr txBox="1"/>
          <p:nvPr>
            <p:ph idx="14" type="subTitle"/>
          </p:nvPr>
        </p:nvSpPr>
        <p:spPr>
          <a:xfrm>
            <a:off x="3457650" y="3034193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0" name="Google Shape;180;p20"/>
          <p:cNvSpPr txBox="1"/>
          <p:nvPr>
            <p:ph idx="15" type="subTitle"/>
          </p:nvPr>
        </p:nvSpPr>
        <p:spPr>
          <a:xfrm>
            <a:off x="6199800" y="3034193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81" name="Google Shape;181;p20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5" name="Google Shape;185;p20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hasCustomPrompt="1" type="title"/>
          </p:nvPr>
        </p:nvSpPr>
        <p:spPr>
          <a:xfrm>
            <a:off x="3287850" y="2064188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3287850" y="2746902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hasCustomPrompt="1" idx="2" type="title"/>
          </p:nvPr>
        </p:nvSpPr>
        <p:spPr>
          <a:xfrm>
            <a:off x="3287850" y="915175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1"/>
          <p:cNvSpPr txBox="1"/>
          <p:nvPr>
            <p:ph idx="3" type="subTitle"/>
          </p:nvPr>
        </p:nvSpPr>
        <p:spPr>
          <a:xfrm>
            <a:off x="3287850" y="1597879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hasCustomPrompt="1" idx="4" type="title"/>
          </p:nvPr>
        </p:nvSpPr>
        <p:spPr>
          <a:xfrm>
            <a:off x="3287850" y="3213200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1"/>
          <p:cNvSpPr txBox="1"/>
          <p:nvPr>
            <p:ph idx="5" type="subTitle"/>
          </p:nvPr>
        </p:nvSpPr>
        <p:spPr>
          <a:xfrm>
            <a:off x="3287850" y="3895925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193" name="Google Shape;193;p21"/>
          <p:cNvGrpSpPr/>
          <p:nvPr/>
        </p:nvGrpSpPr>
        <p:grpSpPr>
          <a:xfrm>
            <a:off x="3847050" y="378431"/>
            <a:ext cx="1449900" cy="4386056"/>
            <a:chOff x="3847050" y="378431"/>
            <a:chExt cx="1449900" cy="4386056"/>
          </a:xfrm>
        </p:grpSpPr>
        <p:sp>
          <p:nvSpPr>
            <p:cNvPr id="194" name="Google Shape;194;p21"/>
            <p:cNvSpPr/>
            <p:nvPr/>
          </p:nvSpPr>
          <p:spPr>
            <a:xfrm>
              <a:off x="3847050" y="378431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3847050" y="4603988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98" name="Google Shape;198;p22"/>
          <p:cNvGrpSpPr/>
          <p:nvPr/>
        </p:nvGrpSpPr>
        <p:grpSpPr>
          <a:xfrm>
            <a:off x="0" y="275063"/>
            <a:ext cx="9144000" cy="4868438"/>
            <a:chOff x="0" y="275063"/>
            <a:chExt cx="9144000" cy="4868438"/>
          </a:xfrm>
        </p:grpSpPr>
        <p:sp>
          <p:nvSpPr>
            <p:cNvPr id="199" name="Google Shape;199;p22"/>
            <p:cNvSpPr/>
            <p:nvPr/>
          </p:nvSpPr>
          <p:spPr>
            <a:xfrm>
              <a:off x="713225" y="275063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00" name="Google Shape;200;p22"/>
            <p:cNvGrpSpPr/>
            <p:nvPr/>
          </p:nvGrpSpPr>
          <p:grpSpPr>
            <a:xfrm>
              <a:off x="0" y="4822500"/>
              <a:ext cx="9144000" cy="321000"/>
              <a:chOff x="0" y="4822500"/>
              <a:chExt cx="9144000" cy="321000"/>
            </a:xfrm>
          </p:grpSpPr>
          <p:sp>
            <p:nvSpPr>
              <p:cNvPr id="201" name="Google Shape;201;p22"/>
              <p:cNvSpPr/>
              <p:nvPr/>
            </p:nvSpPr>
            <p:spPr>
              <a:xfrm>
                <a:off x="0" y="4983000"/>
                <a:ext cx="91440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2" name="Google Shape;202;p22"/>
              <p:cNvSpPr/>
              <p:nvPr/>
            </p:nvSpPr>
            <p:spPr>
              <a:xfrm>
                <a:off x="0" y="4822500"/>
                <a:ext cx="91440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03" name="Google Shape;203;p22"/>
          <p:cNvGrpSpPr/>
          <p:nvPr/>
        </p:nvGrpSpPr>
        <p:grpSpPr>
          <a:xfrm>
            <a:off x="8430775" y="0"/>
            <a:ext cx="713318" cy="857100"/>
            <a:chOff x="8430775" y="0"/>
            <a:chExt cx="713318" cy="857100"/>
          </a:xfrm>
        </p:grpSpPr>
        <p:sp>
          <p:nvSpPr>
            <p:cNvPr id="204" name="Google Shape;204;p22"/>
            <p:cNvSpPr/>
            <p:nvPr/>
          </p:nvSpPr>
          <p:spPr>
            <a:xfrm flipH="1" rot="10800000">
              <a:off x="8787393" y="0"/>
              <a:ext cx="356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 flipH="1" rot="10800000">
              <a:off x="8430775" y="0"/>
              <a:ext cx="356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8" name="Google Shape;208;p23"/>
          <p:cNvGrpSpPr/>
          <p:nvPr/>
        </p:nvGrpSpPr>
        <p:grpSpPr>
          <a:xfrm>
            <a:off x="-100" y="3429300"/>
            <a:ext cx="1433325" cy="1714200"/>
            <a:chOff x="-100" y="3429300"/>
            <a:chExt cx="1433325" cy="1714200"/>
          </a:xfrm>
        </p:grpSpPr>
        <p:sp>
          <p:nvSpPr>
            <p:cNvPr id="209" name="Google Shape;209;p23"/>
            <p:cNvSpPr/>
            <p:nvPr/>
          </p:nvSpPr>
          <p:spPr>
            <a:xfrm>
              <a:off x="72012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-10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-100" y="34293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12" name="Google Shape;212;p23"/>
          <p:cNvSpPr/>
          <p:nvPr/>
        </p:nvSpPr>
        <p:spPr>
          <a:xfrm>
            <a:off x="713000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5" name="Google Shape;215;p24"/>
          <p:cNvGrpSpPr/>
          <p:nvPr/>
        </p:nvGrpSpPr>
        <p:grpSpPr>
          <a:xfrm>
            <a:off x="0" y="0"/>
            <a:ext cx="9144000" cy="5160150"/>
            <a:chOff x="0" y="0"/>
            <a:chExt cx="9144000" cy="5160150"/>
          </a:xfrm>
        </p:grpSpPr>
        <p:grpSp>
          <p:nvGrpSpPr>
            <p:cNvPr id="216" name="Google Shape;216;p24"/>
            <p:cNvGrpSpPr/>
            <p:nvPr/>
          </p:nvGrpSpPr>
          <p:grpSpPr>
            <a:xfrm>
              <a:off x="0" y="3445950"/>
              <a:ext cx="568500" cy="1714200"/>
              <a:chOff x="0" y="3445950"/>
              <a:chExt cx="568500" cy="1714200"/>
            </a:xfrm>
          </p:grpSpPr>
          <p:sp>
            <p:nvSpPr>
              <p:cNvPr id="217" name="Google Shape;217;p24"/>
              <p:cNvSpPr/>
              <p:nvPr/>
            </p:nvSpPr>
            <p:spPr>
              <a:xfrm flipH="1" rot="10800000">
                <a:off x="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8" name="Google Shape;218;p24"/>
              <p:cNvSpPr/>
              <p:nvPr/>
            </p:nvSpPr>
            <p:spPr>
              <a:xfrm flipH="1" rot="10800000">
                <a:off x="0" y="344595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19" name="Google Shape;219;p24"/>
            <p:cNvGrpSpPr/>
            <p:nvPr/>
          </p:nvGrpSpPr>
          <p:grpSpPr>
            <a:xfrm>
              <a:off x="8575500" y="0"/>
              <a:ext cx="568500" cy="5160150"/>
              <a:chOff x="8575500" y="0"/>
              <a:chExt cx="568500" cy="5160150"/>
            </a:xfrm>
          </p:grpSpPr>
          <p:sp>
            <p:nvSpPr>
              <p:cNvPr id="220" name="Google Shape;220;p24"/>
              <p:cNvSpPr/>
              <p:nvPr/>
            </p:nvSpPr>
            <p:spPr>
              <a:xfrm flipH="1" rot="10800000">
                <a:off x="857550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1" name="Google Shape;221;p24"/>
              <p:cNvSpPr/>
              <p:nvPr/>
            </p:nvSpPr>
            <p:spPr>
              <a:xfrm flipH="1" rot="10800000">
                <a:off x="8575500" y="3445950"/>
                <a:ext cx="568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2" name="Google Shape;222;p24"/>
              <p:cNvSpPr/>
              <p:nvPr/>
            </p:nvSpPr>
            <p:spPr>
              <a:xfrm flipH="1" rot="10800000">
                <a:off x="8575500" y="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23" name="Google Shape;223;p24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6" name="Google Shape;226;p25"/>
          <p:cNvGrpSpPr/>
          <p:nvPr/>
        </p:nvGrpSpPr>
        <p:grpSpPr>
          <a:xfrm>
            <a:off x="0" y="0"/>
            <a:ext cx="9145075" cy="5143500"/>
            <a:chOff x="0" y="0"/>
            <a:chExt cx="9145075" cy="5143500"/>
          </a:xfrm>
        </p:grpSpPr>
        <p:sp>
          <p:nvSpPr>
            <p:cNvPr id="227" name="Google Shape;227;p25"/>
            <p:cNvSpPr/>
            <p:nvPr/>
          </p:nvSpPr>
          <p:spPr>
            <a:xfrm flipH="1" rot="10800000">
              <a:off x="0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8" name="Google Shape;228;p25"/>
            <p:cNvSpPr/>
            <p:nvPr/>
          </p:nvSpPr>
          <p:spPr>
            <a:xfrm flipH="1" rot="10800000">
              <a:off x="0" y="3429300"/>
              <a:ext cx="7143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 flipH="1" rot="10800000">
              <a:off x="0" y="257220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25"/>
            <p:cNvSpPr/>
            <p:nvPr/>
          </p:nvSpPr>
          <p:spPr>
            <a:xfrm flipH="1" rot="10800000">
              <a:off x="8430775" y="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25"/>
            <p:cNvSpPr/>
            <p:nvPr/>
          </p:nvSpPr>
          <p:spPr>
            <a:xfrm flipH="1" rot="10800000">
              <a:off x="8430775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2" name="Google Shape;232;p2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5" name="Google Shape;235;p26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36" name="Google Shape;236;p26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 flipH="1" rot="10800000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1" name="Google Shape;241;p2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44" name="Google Shape;244;p27"/>
          <p:cNvGrpSpPr/>
          <p:nvPr/>
        </p:nvGrpSpPr>
        <p:grpSpPr>
          <a:xfrm>
            <a:off x="0" y="3275875"/>
            <a:ext cx="9144000" cy="1863925"/>
            <a:chOff x="0" y="3275875"/>
            <a:chExt cx="9144000" cy="1863925"/>
          </a:xfrm>
        </p:grpSpPr>
        <p:sp>
          <p:nvSpPr>
            <p:cNvPr id="245" name="Google Shape;245;p27"/>
            <p:cNvSpPr/>
            <p:nvPr/>
          </p:nvSpPr>
          <p:spPr>
            <a:xfrm flipH="1" rot="10800000">
              <a:off x="0" y="4282700"/>
              <a:ext cx="708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46" name="Google Shape;246;p27"/>
            <p:cNvGrpSpPr/>
            <p:nvPr/>
          </p:nvGrpSpPr>
          <p:grpSpPr>
            <a:xfrm>
              <a:off x="8435700" y="3275875"/>
              <a:ext cx="708300" cy="1863925"/>
              <a:chOff x="8435700" y="3275875"/>
              <a:chExt cx="708300" cy="1863925"/>
            </a:xfrm>
          </p:grpSpPr>
          <p:sp>
            <p:nvSpPr>
              <p:cNvPr id="247" name="Google Shape;247;p27"/>
              <p:cNvSpPr/>
              <p:nvPr/>
            </p:nvSpPr>
            <p:spPr>
              <a:xfrm>
                <a:off x="8435700" y="3275875"/>
                <a:ext cx="7083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 flipH="1" rot="10800000">
                <a:off x="8435700" y="4282700"/>
                <a:ext cx="7083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 flipH="1" rot="10800000">
                <a:off x="8435700" y="3436375"/>
                <a:ext cx="7083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50" name="Google Shape;250;p27"/>
            <p:cNvSpPr/>
            <p:nvPr/>
          </p:nvSpPr>
          <p:spPr>
            <a:xfrm>
              <a:off x="0" y="4132975"/>
              <a:ext cx="7083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1" name="Google Shape;251;p27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4" name="Google Shape;254;p28"/>
          <p:cNvSpPr txBox="1"/>
          <p:nvPr>
            <p:ph idx="1" type="subTitle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55" name="Google Shape;255;p28"/>
          <p:cNvSpPr/>
          <p:nvPr>
            <p:ph idx="2" type="pic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6" name="Google Shape;256;p28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257" name="Google Shape;257;p28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>
            <p:ph type="title"/>
          </p:nvPr>
        </p:nvSpPr>
        <p:spPr>
          <a:xfrm>
            <a:off x="4253750" y="769400"/>
            <a:ext cx="3955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idx="1" type="subTitle"/>
          </p:nvPr>
        </p:nvSpPr>
        <p:spPr>
          <a:xfrm>
            <a:off x="4253750" y="1859617"/>
            <a:ext cx="3684000" cy="12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4" name="Google Shape;264;p29"/>
          <p:cNvSpPr txBox="1"/>
          <p:nvPr/>
        </p:nvSpPr>
        <p:spPr>
          <a:xfrm>
            <a:off x="4253760" y="3320333"/>
            <a:ext cx="36840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sz="1200" u="sng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267" name="Google Shape;267;p30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flipH="1" rot="10800000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31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76" name="Google Shape;276;p31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 flipH="1" rot="10800000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1" name="Google Shape;281;p31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>
            <p:ph type="ctrTitle"/>
          </p:nvPr>
        </p:nvSpPr>
        <p:spPr>
          <a:xfrm>
            <a:off x="713225" y="897050"/>
            <a:ext cx="6651600" cy="156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87" name="Google Shape;287;p33"/>
          <p:cNvSpPr txBox="1"/>
          <p:nvPr>
            <p:ph idx="1" type="subTitle"/>
          </p:nvPr>
        </p:nvSpPr>
        <p:spPr>
          <a:xfrm>
            <a:off x="833324" y="3906950"/>
            <a:ext cx="6065400" cy="414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0" name="Google Shape;290;p34"/>
          <p:cNvSpPr txBox="1"/>
          <p:nvPr>
            <p:ph hasCustomPrompt="1" idx="2" type="title"/>
          </p:nvPr>
        </p:nvSpPr>
        <p:spPr>
          <a:xfrm>
            <a:off x="4963434" y="924863"/>
            <a:ext cx="954000" cy="954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1" name="Google Shape;291;p34"/>
          <p:cNvSpPr/>
          <p:nvPr>
            <p:ph idx="3" type="pic"/>
          </p:nvPr>
        </p:nvSpPr>
        <p:spPr>
          <a:xfrm>
            <a:off x="1322338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2" name="Google Shape;292;p34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293" name="Google Shape;293;p34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7" name="Google Shape;297;p34"/>
            <p:cNvSpPr/>
            <p:nvPr/>
          </p:nvSpPr>
          <p:spPr>
            <a:xfrm flipH="1" rot="10800000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8" name="Google Shape;298;p34"/>
            <p:cNvSpPr/>
            <p:nvPr/>
          </p:nvSpPr>
          <p:spPr>
            <a:xfrm flipH="1" rot="10800000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9" name="Google Shape;299;p34"/>
            <p:cNvSpPr/>
            <p:nvPr/>
          </p:nvSpPr>
          <p:spPr>
            <a:xfrm flipH="1" rot="10800000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/>
          <p:nvPr>
            <p:ph type="title"/>
          </p:nvPr>
        </p:nvSpPr>
        <p:spPr>
          <a:xfrm>
            <a:off x="713225" y="1350150"/>
            <a:ext cx="2776200" cy="11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2" name="Google Shape;302;p35"/>
          <p:cNvSpPr txBox="1"/>
          <p:nvPr>
            <p:ph idx="1" type="body"/>
          </p:nvPr>
        </p:nvSpPr>
        <p:spPr>
          <a:xfrm>
            <a:off x="713225" y="2469150"/>
            <a:ext cx="2776200" cy="13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5" name="Google Shape;305;p36"/>
          <p:cNvSpPr txBox="1"/>
          <p:nvPr>
            <p:ph idx="1" type="subTitle"/>
          </p:nvPr>
        </p:nvSpPr>
        <p:spPr>
          <a:xfrm>
            <a:off x="1628225" y="3279925"/>
            <a:ext cx="62676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6" name="Google Shape;306;p36"/>
          <p:cNvSpPr txBox="1"/>
          <p:nvPr>
            <p:ph idx="2" type="subTitle"/>
          </p:nvPr>
        </p:nvSpPr>
        <p:spPr>
          <a:xfrm>
            <a:off x="1628225" y="1845299"/>
            <a:ext cx="62676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idx="3" type="subTitle"/>
          </p:nvPr>
        </p:nvSpPr>
        <p:spPr>
          <a:xfrm>
            <a:off x="1628225" y="1588175"/>
            <a:ext cx="6267600" cy="3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8" name="Google Shape;308;p36"/>
          <p:cNvSpPr txBox="1"/>
          <p:nvPr>
            <p:ph idx="4" type="subTitle"/>
          </p:nvPr>
        </p:nvSpPr>
        <p:spPr>
          <a:xfrm>
            <a:off x="1628225" y="3022850"/>
            <a:ext cx="6267600" cy="3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09" name="Google Shape;309;p36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310" name="Google Shape;310;p36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13" name="Google Shape;313;p3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16" name="Google Shape;316;p37"/>
          <p:cNvGrpSpPr/>
          <p:nvPr/>
        </p:nvGrpSpPr>
        <p:grpSpPr>
          <a:xfrm>
            <a:off x="0" y="3429300"/>
            <a:ext cx="9141475" cy="1714200"/>
            <a:chOff x="0" y="3429300"/>
            <a:chExt cx="9141475" cy="1714200"/>
          </a:xfrm>
        </p:grpSpPr>
        <p:sp>
          <p:nvSpPr>
            <p:cNvPr id="317" name="Google Shape;317;p37"/>
            <p:cNvSpPr/>
            <p:nvPr/>
          </p:nvSpPr>
          <p:spPr>
            <a:xfrm flipH="1" rot="10800000">
              <a:off x="0" y="4286400"/>
              <a:ext cx="710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8" name="Google Shape;318;p37"/>
            <p:cNvSpPr/>
            <p:nvPr/>
          </p:nvSpPr>
          <p:spPr>
            <a:xfrm flipH="1" rot="10800000">
              <a:off x="0" y="34293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9" name="Google Shape;319;p37"/>
            <p:cNvSpPr/>
            <p:nvPr/>
          </p:nvSpPr>
          <p:spPr>
            <a:xfrm flipH="1" rot="10800000">
              <a:off x="8430775" y="42864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0" name="Google Shape;320;p37"/>
            <p:cNvSpPr/>
            <p:nvPr/>
          </p:nvSpPr>
          <p:spPr>
            <a:xfrm>
              <a:off x="8430775" y="4125900"/>
              <a:ext cx="710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21" name="Google Shape;321;p37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 txBox="1"/>
          <p:nvPr>
            <p:ph type="title"/>
          </p:nvPr>
        </p:nvSpPr>
        <p:spPr>
          <a:xfrm>
            <a:off x="713225" y="845825"/>
            <a:ext cx="4294800" cy="12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4" name="Google Shape;324;p38"/>
          <p:cNvSpPr txBox="1"/>
          <p:nvPr>
            <p:ph idx="1" type="subTitle"/>
          </p:nvPr>
        </p:nvSpPr>
        <p:spPr>
          <a:xfrm>
            <a:off x="713225" y="2141075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325" name="Google Shape;325;p38"/>
          <p:cNvSpPr/>
          <p:nvPr>
            <p:ph idx="2" type="pic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26" name="Google Shape;326;p38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327" name="Google Shape;327;p38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30" name="Google Shape;330;p38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33" name="Google Shape;333;p39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334" name="Google Shape;334;p39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335" name="Google Shape;335;p39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36" name="Google Shape;336;p39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37" name="Google Shape;337;p39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38" name="Google Shape;338;p39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39" name="Google Shape;339;p39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2" name="Google Shape;342;p40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43" name="Google Shape;343;p40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344" name="Google Shape;344;p40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47" name="Google Shape;347;p40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1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"/>
          <p:cNvSpPr txBox="1"/>
          <p:nvPr>
            <p:ph hasCustomPrompt="1" type="title"/>
          </p:nvPr>
        </p:nvSpPr>
        <p:spPr>
          <a:xfrm>
            <a:off x="2617600" y="2118550"/>
            <a:ext cx="3908700" cy="101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53" name="Google Shape;353;p42"/>
          <p:cNvSpPr txBox="1"/>
          <p:nvPr>
            <p:ph idx="1" type="subTitle"/>
          </p:nvPr>
        </p:nvSpPr>
        <p:spPr>
          <a:xfrm>
            <a:off x="2817525" y="3212000"/>
            <a:ext cx="3509100" cy="417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7" name="Google Shape;357;p44"/>
          <p:cNvSpPr txBox="1"/>
          <p:nvPr>
            <p:ph hasCustomPrompt="1" idx="2" type="title"/>
          </p:nvPr>
        </p:nvSpPr>
        <p:spPr>
          <a:xfrm>
            <a:off x="720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8" name="Google Shape;358;p44"/>
          <p:cNvSpPr txBox="1"/>
          <p:nvPr>
            <p:ph hasCustomPrompt="1" idx="3" type="title"/>
          </p:nvPr>
        </p:nvSpPr>
        <p:spPr>
          <a:xfrm>
            <a:off x="4572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9" name="Google Shape;359;p44"/>
          <p:cNvSpPr txBox="1"/>
          <p:nvPr>
            <p:ph hasCustomPrompt="1" idx="4" type="title"/>
          </p:nvPr>
        </p:nvSpPr>
        <p:spPr>
          <a:xfrm>
            <a:off x="720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0" name="Google Shape;360;p44"/>
          <p:cNvSpPr txBox="1"/>
          <p:nvPr>
            <p:ph hasCustomPrompt="1" idx="5" type="title"/>
          </p:nvPr>
        </p:nvSpPr>
        <p:spPr>
          <a:xfrm>
            <a:off x="4572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1" name="Google Shape;361;p44"/>
          <p:cNvSpPr txBox="1"/>
          <p:nvPr>
            <p:ph hasCustomPrompt="1" idx="6" type="title"/>
          </p:nvPr>
        </p:nvSpPr>
        <p:spPr>
          <a:xfrm>
            <a:off x="720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2" name="Google Shape;362;p44"/>
          <p:cNvSpPr txBox="1"/>
          <p:nvPr>
            <p:ph hasCustomPrompt="1" idx="7" type="title"/>
          </p:nvPr>
        </p:nvSpPr>
        <p:spPr>
          <a:xfrm>
            <a:off x="4572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3" name="Google Shape;363;p44"/>
          <p:cNvSpPr txBox="1"/>
          <p:nvPr>
            <p:ph idx="1" type="subTitle"/>
          </p:nvPr>
        </p:nvSpPr>
        <p:spPr>
          <a:xfrm>
            <a:off x="1607100" y="1762373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4" name="Google Shape;364;p44"/>
          <p:cNvSpPr txBox="1"/>
          <p:nvPr>
            <p:ph idx="8" type="subTitle"/>
          </p:nvPr>
        </p:nvSpPr>
        <p:spPr>
          <a:xfrm>
            <a:off x="1607100" y="2852736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5" name="Google Shape;365;p44"/>
          <p:cNvSpPr txBox="1"/>
          <p:nvPr>
            <p:ph idx="9" type="subTitle"/>
          </p:nvPr>
        </p:nvSpPr>
        <p:spPr>
          <a:xfrm>
            <a:off x="1607100" y="3943098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6" name="Google Shape;366;p44"/>
          <p:cNvSpPr txBox="1"/>
          <p:nvPr>
            <p:ph idx="13" type="subTitle"/>
          </p:nvPr>
        </p:nvSpPr>
        <p:spPr>
          <a:xfrm>
            <a:off x="5459100" y="1762373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7" name="Google Shape;367;p44"/>
          <p:cNvSpPr txBox="1"/>
          <p:nvPr>
            <p:ph idx="14" type="subTitle"/>
          </p:nvPr>
        </p:nvSpPr>
        <p:spPr>
          <a:xfrm>
            <a:off x="5459100" y="2852736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8" name="Google Shape;368;p44"/>
          <p:cNvSpPr txBox="1"/>
          <p:nvPr>
            <p:ph idx="15" type="subTitle"/>
          </p:nvPr>
        </p:nvSpPr>
        <p:spPr>
          <a:xfrm>
            <a:off x="5459100" y="3943098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69" name="Google Shape;369;p44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370" name="Google Shape;370;p44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371" name="Google Shape;371;p44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72" name="Google Shape;372;p44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73" name="Google Shape;373;p44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74" name="Google Shape;374;p44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75" name="Google Shape;375;p44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5"/>
          <p:cNvSpPr txBox="1"/>
          <p:nvPr>
            <p:ph type="title"/>
          </p:nvPr>
        </p:nvSpPr>
        <p:spPr>
          <a:xfrm>
            <a:off x="3718663" y="959100"/>
            <a:ext cx="2872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5"/>
          <p:cNvSpPr txBox="1"/>
          <p:nvPr>
            <p:ph idx="1" type="subTitle"/>
          </p:nvPr>
        </p:nvSpPr>
        <p:spPr>
          <a:xfrm>
            <a:off x="3718675" y="2167200"/>
            <a:ext cx="4142400" cy="20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grpSp>
        <p:nvGrpSpPr>
          <p:cNvPr id="379" name="Google Shape;379;p45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380" name="Google Shape;380;p45"/>
            <p:cNvSpPr/>
            <p:nvPr/>
          </p:nvSpPr>
          <p:spPr>
            <a:xfrm flipH="1" rot="10800000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1" name="Google Shape;381;p45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2" name="Google Shape;382;p45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3" name="Google Shape;383;p45"/>
            <p:cNvSpPr/>
            <p:nvPr/>
          </p:nvSpPr>
          <p:spPr>
            <a:xfrm flipH="1" rot="10800000">
              <a:off x="843077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4" name="Google Shape;384;p45"/>
            <p:cNvSpPr/>
            <p:nvPr/>
          </p:nvSpPr>
          <p:spPr>
            <a:xfrm flipH="1" rot="10800000"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5" name="Google Shape;385;p45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6"/>
          <p:cNvSpPr txBox="1"/>
          <p:nvPr>
            <p:ph type="title"/>
          </p:nvPr>
        </p:nvSpPr>
        <p:spPr>
          <a:xfrm>
            <a:off x="3997325" y="1045900"/>
            <a:ext cx="4433700" cy="142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6"/>
          <p:cNvSpPr txBox="1"/>
          <p:nvPr>
            <p:ph idx="1" type="subTitle"/>
          </p:nvPr>
        </p:nvSpPr>
        <p:spPr>
          <a:xfrm>
            <a:off x="3997325" y="2430553"/>
            <a:ext cx="4433700" cy="14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9" name="Google Shape;389;p46"/>
          <p:cNvSpPr/>
          <p:nvPr>
            <p:ph idx="2" type="pic"/>
          </p:nvPr>
        </p:nvSpPr>
        <p:spPr>
          <a:xfrm>
            <a:off x="713225" y="554676"/>
            <a:ext cx="2801100" cy="404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90" name="Google Shape;390;p46"/>
          <p:cNvGrpSpPr/>
          <p:nvPr/>
        </p:nvGrpSpPr>
        <p:grpSpPr>
          <a:xfrm>
            <a:off x="0" y="0"/>
            <a:ext cx="713100" cy="5143500"/>
            <a:chOff x="0" y="0"/>
            <a:chExt cx="713100" cy="5143500"/>
          </a:xfrm>
        </p:grpSpPr>
        <p:sp>
          <p:nvSpPr>
            <p:cNvPr id="391" name="Google Shape;391;p46"/>
            <p:cNvSpPr/>
            <p:nvPr/>
          </p:nvSpPr>
          <p:spPr>
            <a:xfrm flipH="1" rot="10800000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2" name="Google Shape;392;p46"/>
            <p:cNvSpPr/>
            <p:nvPr/>
          </p:nvSpPr>
          <p:spPr>
            <a:xfrm flipH="1" rot="10800000">
              <a:off x="0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3" name="Google Shape;393;p46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94" name="Google Shape;394;p46"/>
          <p:cNvSpPr/>
          <p:nvPr/>
        </p:nvSpPr>
        <p:spPr>
          <a:xfrm flipH="1" rot="10800000">
            <a:off x="8430775" y="0"/>
            <a:ext cx="7131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5" name="Google Shape;395;p46"/>
          <p:cNvSpPr/>
          <p:nvPr/>
        </p:nvSpPr>
        <p:spPr>
          <a:xfrm>
            <a:off x="626177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/>
          <p:nvPr>
            <p:ph type="title"/>
          </p:nvPr>
        </p:nvSpPr>
        <p:spPr>
          <a:xfrm>
            <a:off x="713225" y="539504"/>
            <a:ext cx="419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8" name="Google Shape;398;p47"/>
          <p:cNvSpPr txBox="1"/>
          <p:nvPr>
            <p:ph idx="1" type="body"/>
          </p:nvPr>
        </p:nvSpPr>
        <p:spPr>
          <a:xfrm>
            <a:off x="713225" y="1237654"/>
            <a:ext cx="4195500" cy="30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99" name="Google Shape;399;p47"/>
          <p:cNvGrpSpPr/>
          <p:nvPr/>
        </p:nvGrpSpPr>
        <p:grpSpPr>
          <a:xfrm>
            <a:off x="0" y="4662000"/>
            <a:ext cx="9144000" cy="481500"/>
            <a:chOff x="0" y="4662000"/>
            <a:chExt cx="9144000" cy="481500"/>
          </a:xfrm>
        </p:grpSpPr>
        <p:sp>
          <p:nvSpPr>
            <p:cNvPr id="400" name="Google Shape;400;p47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1" name="Google Shape;401;p47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2" name="Google Shape;402;p47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03" name="Google Shape;403;p47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06" name="Google Shape;406;p48"/>
          <p:cNvGrpSpPr/>
          <p:nvPr/>
        </p:nvGrpSpPr>
        <p:grpSpPr>
          <a:xfrm>
            <a:off x="0" y="0"/>
            <a:ext cx="9144000" cy="481500"/>
            <a:chOff x="0" y="4662000"/>
            <a:chExt cx="9144000" cy="481500"/>
          </a:xfrm>
        </p:grpSpPr>
        <p:sp>
          <p:nvSpPr>
            <p:cNvPr id="407" name="Google Shape;407;p48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8" name="Google Shape;408;p48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9" name="Google Shape;409;p48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10" name="Google Shape;410;p48"/>
          <p:cNvSpPr/>
          <p:nvPr/>
        </p:nvSpPr>
        <p:spPr>
          <a:xfrm>
            <a:off x="713225" y="476431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p48"/>
          <p:cNvSpPr txBox="1"/>
          <p:nvPr>
            <p:ph idx="1" type="subTitle"/>
          </p:nvPr>
        </p:nvSpPr>
        <p:spPr>
          <a:xfrm>
            <a:off x="713225" y="1558450"/>
            <a:ext cx="69519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4" name="Google Shape;414;p49"/>
          <p:cNvSpPr txBox="1"/>
          <p:nvPr>
            <p:ph idx="1" type="subTitle"/>
          </p:nvPr>
        </p:nvSpPr>
        <p:spPr>
          <a:xfrm>
            <a:off x="713225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5" name="Google Shape;415;p49"/>
          <p:cNvSpPr txBox="1"/>
          <p:nvPr>
            <p:ph idx="2" type="subTitle"/>
          </p:nvPr>
        </p:nvSpPr>
        <p:spPr>
          <a:xfrm>
            <a:off x="3231361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6" name="Google Shape;416;p49"/>
          <p:cNvSpPr txBox="1"/>
          <p:nvPr>
            <p:ph idx="3" type="subTitle"/>
          </p:nvPr>
        </p:nvSpPr>
        <p:spPr>
          <a:xfrm>
            <a:off x="5749496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7" name="Google Shape;417;p49"/>
          <p:cNvSpPr txBox="1"/>
          <p:nvPr>
            <p:ph idx="4" type="subTitle"/>
          </p:nvPr>
        </p:nvSpPr>
        <p:spPr>
          <a:xfrm>
            <a:off x="713225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8" name="Google Shape;418;p49"/>
          <p:cNvSpPr txBox="1"/>
          <p:nvPr>
            <p:ph idx="5" type="subTitle"/>
          </p:nvPr>
        </p:nvSpPr>
        <p:spPr>
          <a:xfrm>
            <a:off x="3231357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9" name="Google Shape;419;p49"/>
          <p:cNvSpPr txBox="1"/>
          <p:nvPr>
            <p:ph idx="6" type="subTitle"/>
          </p:nvPr>
        </p:nvSpPr>
        <p:spPr>
          <a:xfrm>
            <a:off x="5749488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20" name="Google Shape;420;p49"/>
          <p:cNvGrpSpPr/>
          <p:nvPr/>
        </p:nvGrpSpPr>
        <p:grpSpPr>
          <a:xfrm>
            <a:off x="8795925" y="2411700"/>
            <a:ext cx="364500" cy="2731800"/>
            <a:chOff x="8795925" y="2411700"/>
            <a:chExt cx="364500" cy="2731800"/>
          </a:xfrm>
        </p:grpSpPr>
        <p:sp>
          <p:nvSpPr>
            <p:cNvPr id="421" name="Google Shape;421;p49"/>
            <p:cNvSpPr/>
            <p:nvPr/>
          </p:nvSpPr>
          <p:spPr>
            <a:xfrm flipH="1" rot="10800000">
              <a:off x="8795925" y="4286400"/>
              <a:ext cx="3645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2" name="Google Shape;422;p49"/>
            <p:cNvSpPr/>
            <p:nvPr/>
          </p:nvSpPr>
          <p:spPr>
            <a:xfrm flipH="1" rot="10800000">
              <a:off x="8795925" y="3429300"/>
              <a:ext cx="3645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3" name="Google Shape;423;p49"/>
            <p:cNvSpPr/>
            <p:nvPr/>
          </p:nvSpPr>
          <p:spPr>
            <a:xfrm flipH="1" rot="10800000">
              <a:off x="8795925" y="2572200"/>
              <a:ext cx="3645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4" name="Google Shape;424;p49"/>
            <p:cNvSpPr/>
            <p:nvPr/>
          </p:nvSpPr>
          <p:spPr>
            <a:xfrm>
              <a:off x="8795925" y="2411700"/>
              <a:ext cx="364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25" name="Google Shape;425;p49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8" name="Google Shape;428;p50"/>
          <p:cNvSpPr txBox="1"/>
          <p:nvPr>
            <p:ph idx="1" type="subTitle"/>
          </p:nvPr>
        </p:nvSpPr>
        <p:spPr>
          <a:xfrm>
            <a:off x="713225" y="1659425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9" name="Google Shape;429;p50"/>
          <p:cNvSpPr txBox="1"/>
          <p:nvPr>
            <p:ph idx="2" type="subTitle"/>
          </p:nvPr>
        </p:nvSpPr>
        <p:spPr>
          <a:xfrm>
            <a:off x="4698825" y="1659425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0" name="Google Shape;430;p50"/>
          <p:cNvSpPr txBox="1"/>
          <p:nvPr>
            <p:ph idx="3" type="subTitle"/>
          </p:nvPr>
        </p:nvSpPr>
        <p:spPr>
          <a:xfrm>
            <a:off x="713225" y="3396200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50"/>
          <p:cNvSpPr txBox="1"/>
          <p:nvPr>
            <p:ph idx="4" type="subTitle"/>
          </p:nvPr>
        </p:nvSpPr>
        <p:spPr>
          <a:xfrm>
            <a:off x="4698825" y="3396200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50"/>
          <p:cNvSpPr txBox="1"/>
          <p:nvPr>
            <p:ph idx="5" type="subTitle"/>
          </p:nvPr>
        </p:nvSpPr>
        <p:spPr>
          <a:xfrm>
            <a:off x="713225" y="13384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3" name="Google Shape;433;p50"/>
          <p:cNvSpPr txBox="1"/>
          <p:nvPr>
            <p:ph idx="6" type="subTitle"/>
          </p:nvPr>
        </p:nvSpPr>
        <p:spPr>
          <a:xfrm>
            <a:off x="713225" y="30752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4" name="Google Shape;434;p50"/>
          <p:cNvSpPr txBox="1"/>
          <p:nvPr>
            <p:ph idx="7" type="subTitle"/>
          </p:nvPr>
        </p:nvSpPr>
        <p:spPr>
          <a:xfrm>
            <a:off x="4698825" y="13384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5" name="Google Shape;435;p50"/>
          <p:cNvSpPr txBox="1"/>
          <p:nvPr>
            <p:ph idx="8" type="subTitle"/>
          </p:nvPr>
        </p:nvSpPr>
        <p:spPr>
          <a:xfrm>
            <a:off x="4698825" y="30752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36" name="Google Shape;436;p50"/>
          <p:cNvGrpSpPr/>
          <p:nvPr/>
        </p:nvGrpSpPr>
        <p:grpSpPr>
          <a:xfrm>
            <a:off x="0" y="3429300"/>
            <a:ext cx="9160425" cy="1714200"/>
            <a:chOff x="0" y="3429300"/>
            <a:chExt cx="9160425" cy="1714200"/>
          </a:xfrm>
        </p:grpSpPr>
        <p:grpSp>
          <p:nvGrpSpPr>
            <p:cNvPr id="437" name="Google Shape;437;p50"/>
            <p:cNvGrpSpPr/>
            <p:nvPr/>
          </p:nvGrpSpPr>
          <p:grpSpPr>
            <a:xfrm>
              <a:off x="8795925" y="3429300"/>
              <a:ext cx="364500" cy="1714200"/>
              <a:chOff x="8795925" y="3429300"/>
              <a:chExt cx="364500" cy="1714200"/>
            </a:xfrm>
          </p:grpSpPr>
          <p:sp>
            <p:nvSpPr>
              <p:cNvPr id="438" name="Google Shape;438;p50"/>
              <p:cNvSpPr/>
              <p:nvPr/>
            </p:nvSpPr>
            <p:spPr>
              <a:xfrm flipH="1" rot="10800000">
                <a:off x="8795925" y="4286400"/>
                <a:ext cx="364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9" name="Google Shape;439;p50"/>
              <p:cNvSpPr/>
              <p:nvPr/>
            </p:nvSpPr>
            <p:spPr>
              <a:xfrm flipH="1" rot="10800000">
                <a:off x="8795925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40" name="Google Shape;440;p50"/>
            <p:cNvGrpSpPr/>
            <p:nvPr/>
          </p:nvGrpSpPr>
          <p:grpSpPr>
            <a:xfrm>
              <a:off x="0" y="3429300"/>
              <a:ext cx="364500" cy="1714200"/>
              <a:chOff x="0" y="3429300"/>
              <a:chExt cx="364500" cy="1714200"/>
            </a:xfrm>
          </p:grpSpPr>
          <p:sp>
            <p:nvSpPr>
              <p:cNvPr id="441" name="Google Shape;441;p50"/>
              <p:cNvSpPr/>
              <p:nvPr/>
            </p:nvSpPr>
            <p:spPr>
              <a:xfrm flipH="1" rot="10800000">
                <a:off x="0" y="4286400"/>
                <a:ext cx="364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42" name="Google Shape;442;p50"/>
              <p:cNvSpPr/>
              <p:nvPr/>
            </p:nvSpPr>
            <p:spPr>
              <a:xfrm flipH="1" rot="10800000">
                <a:off x="0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43" name="Google Shape;443;p50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6" name="Google Shape;446;p51"/>
          <p:cNvSpPr txBox="1"/>
          <p:nvPr>
            <p:ph idx="1" type="subTitle"/>
          </p:nvPr>
        </p:nvSpPr>
        <p:spPr>
          <a:xfrm>
            <a:off x="71310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7" name="Google Shape;447;p51"/>
          <p:cNvSpPr txBox="1"/>
          <p:nvPr>
            <p:ph idx="2" type="subTitle"/>
          </p:nvPr>
        </p:nvSpPr>
        <p:spPr>
          <a:xfrm>
            <a:off x="345525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8" name="Google Shape;448;p51"/>
          <p:cNvSpPr txBox="1"/>
          <p:nvPr>
            <p:ph idx="3" type="subTitle"/>
          </p:nvPr>
        </p:nvSpPr>
        <p:spPr>
          <a:xfrm>
            <a:off x="71310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9" name="Google Shape;449;p51"/>
          <p:cNvSpPr txBox="1"/>
          <p:nvPr>
            <p:ph idx="4" type="subTitle"/>
          </p:nvPr>
        </p:nvSpPr>
        <p:spPr>
          <a:xfrm>
            <a:off x="345525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51"/>
          <p:cNvSpPr txBox="1"/>
          <p:nvPr>
            <p:ph idx="5" type="subTitle"/>
          </p:nvPr>
        </p:nvSpPr>
        <p:spPr>
          <a:xfrm>
            <a:off x="619740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1" name="Google Shape;451;p51"/>
          <p:cNvSpPr txBox="1"/>
          <p:nvPr>
            <p:ph idx="6" type="subTitle"/>
          </p:nvPr>
        </p:nvSpPr>
        <p:spPr>
          <a:xfrm>
            <a:off x="619740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2" name="Google Shape;452;p51"/>
          <p:cNvSpPr txBox="1"/>
          <p:nvPr>
            <p:ph idx="7" type="subTitle"/>
          </p:nvPr>
        </p:nvSpPr>
        <p:spPr>
          <a:xfrm>
            <a:off x="713100" y="1307112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53" name="Google Shape;453;p51"/>
          <p:cNvSpPr txBox="1"/>
          <p:nvPr>
            <p:ph idx="8" type="subTitle"/>
          </p:nvPr>
        </p:nvSpPr>
        <p:spPr>
          <a:xfrm>
            <a:off x="3457650" y="130711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54" name="Google Shape;454;p51"/>
          <p:cNvSpPr txBox="1"/>
          <p:nvPr>
            <p:ph idx="9" type="subTitle"/>
          </p:nvPr>
        </p:nvSpPr>
        <p:spPr>
          <a:xfrm>
            <a:off x="6199800" y="130711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55" name="Google Shape;455;p51"/>
          <p:cNvSpPr txBox="1"/>
          <p:nvPr>
            <p:ph idx="13" type="subTitle"/>
          </p:nvPr>
        </p:nvSpPr>
        <p:spPr>
          <a:xfrm>
            <a:off x="713100" y="3034188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56" name="Google Shape;456;p51"/>
          <p:cNvSpPr txBox="1"/>
          <p:nvPr>
            <p:ph idx="14" type="subTitle"/>
          </p:nvPr>
        </p:nvSpPr>
        <p:spPr>
          <a:xfrm>
            <a:off x="3457650" y="3034193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57" name="Google Shape;457;p51"/>
          <p:cNvSpPr txBox="1"/>
          <p:nvPr>
            <p:ph idx="15" type="subTitle"/>
          </p:nvPr>
        </p:nvSpPr>
        <p:spPr>
          <a:xfrm>
            <a:off x="6199800" y="3034193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58" name="Google Shape;458;p51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459" name="Google Shape;459;p51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0" name="Google Shape;460;p51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1" name="Google Shape;461;p51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62" name="Google Shape;462;p51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2"/>
          <p:cNvSpPr txBox="1"/>
          <p:nvPr>
            <p:ph hasCustomPrompt="1" type="title"/>
          </p:nvPr>
        </p:nvSpPr>
        <p:spPr>
          <a:xfrm>
            <a:off x="3287850" y="2064188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5" name="Google Shape;465;p52"/>
          <p:cNvSpPr txBox="1"/>
          <p:nvPr>
            <p:ph idx="1" type="subTitle"/>
          </p:nvPr>
        </p:nvSpPr>
        <p:spPr>
          <a:xfrm>
            <a:off x="3287850" y="2746902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6" name="Google Shape;466;p52"/>
          <p:cNvSpPr txBox="1"/>
          <p:nvPr>
            <p:ph hasCustomPrompt="1" idx="2" type="title"/>
          </p:nvPr>
        </p:nvSpPr>
        <p:spPr>
          <a:xfrm>
            <a:off x="3287850" y="915175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7" name="Google Shape;467;p52"/>
          <p:cNvSpPr txBox="1"/>
          <p:nvPr>
            <p:ph idx="3" type="subTitle"/>
          </p:nvPr>
        </p:nvSpPr>
        <p:spPr>
          <a:xfrm>
            <a:off x="3287850" y="1597879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8" name="Google Shape;468;p52"/>
          <p:cNvSpPr txBox="1"/>
          <p:nvPr>
            <p:ph hasCustomPrompt="1" idx="4" type="title"/>
          </p:nvPr>
        </p:nvSpPr>
        <p:spPr>
          <a:xfrm>
            <a:off x="3287850" y="3213200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9" name="Google Shape;469;p52"/>
          <p:cNvSpPr txBox="1"/>
          <p:nvPr>
            <p:ph idx="5" type="subTitle"/>
          </p:nvPr>
        </p:nvSpPr>
        <p:spPr>
          <a:xfrm>
            <a:off x="3287850" y="3895925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470" name="Google Shape;470;p52"/>
          <p:cNvGrpSpPr/>
          <p:nvPr/>
        </p:nvGrpSpPr>
        <p:grpSpPr>
          <a:xfrm>
            <a:off x="3847050" y="378431"/>
            <a:ext cx="1449900" cy="4386056"/>
            <a:chOff x="3847050" y="378431"/>
            <a:chExt cx="1449900" cy="4386056"/>
          </a:xfrm>
        </p:grpSpPr>
        <p:sp>
          <p:nvSpPr>
            <p:cNvPr id="471" name="Google Shape;471;p52"/>
            <p:cNvSpPr/>
            <p:nvPr/>
          </p:nvSpPr>
          <p:spPr>
            <a:xfrm>
              <a:off x="3847050" y="378431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2" name="Google Shape;472;p52"/>
            <p:cNvSpPr/>
            <p:nvPr/>
          </p:nvSpPr>
          <p:spPr>
            <a:xfrm>
              <a:off x="3847050" y="4603988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75" name="Google Shape;475;p53"/>
          <p:cNvGrpSpPr/>
          <p:nvPr/>
        </p:nvGrpSpPr>
        <p:grpSpPr>
          <a:xfrm>
            <a:off x="0" y="275063"/>
            <a:ext cx="9144000" cy="4868438"/>
            <a:chOff x="0" y="275063"/>
            <a:chExt cx="9144000" cy="4868438"/>
          </a:xfrm>
        </p:grpSpPr>
        <p:sp>
          <p:nvSpPr>
            <p:cNvPr id="476" name="Google Shape;476;p53"/>
            <p:cNvSpPr/>
            <p:nvPr/>
          </p:nvSpPr>
          <p:spPr>
            <a:xfrm>
              <a:off x="713225" y="275063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477" name="Google Shape;477;p53"/>
            <p:cNvGrpSpPr/>
            <p:nvPr/>
          </p:nvGrpSpPr>
          <p:grpSpPr>
            <a:xfrm>
              <a:off x="0" y="4822500"/>
              <a:ext cx="9144000" cy="321000"/>
              <a:chOff x="0" y="4822500"/>
              <a:chExt cx="9144000" cy="321000"/>
            </a:xfrm>
          </p:grpSpPr>
          <p:sp>
            <p:nvSpPr>
              <p:cNvPr id="478" name="Google Shape;478;p53"/>
              <p:cNvSpPr/>
              <p:nvPr/>
            </p:nvSpPr>
            <p:spPr>
              <a:xfrm>
                <a:off x="0" y="4983000"/>
                <a:ext cx="91440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9" name="Google Shape;479;p53"/>
              <p:cNvSpPr/>
              <p:nvPr/>
            </p:nvSpPr>
            <p:spPr>
              <a:xfrm>
                <a:off x="0" y="4822500"/>
                <a:ext cx="91440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480" name="Google Shape;480;p53"/>
          <p:cNvGrpSpPr/>
          <p:nvPr/>
        </p:nvGrpSpPr>
        <p:grpSpPr>
          <a:xfrm>
            <a:off x="8430775" y="0"/>
            <a:ext cx="713318" cy="857100"/>
            <a:chOff x="8430775" y="0"/>
            <a:chExt cx="713318" cy="857100"/>
          </a:xfrm>
        </p:grpSpPr>
        <p:sp>
          <p:nvSpPr>
            <p:cNvPr id="481" name="Google Shape;481;p53"/>
            <p:cNvSpPr/>
            <p:nvPr/>
          </p:nvSpPr>
          <p:spPr>
            <a:xfrm flipH="1" rot="10800000">
              <a:off x="8787393" y="0"/>
              <a:ext cx="356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2" name="Google Shape;482;p53"/>
            <p:cNvSpPr/>
            <p:nvPr/>
          </p:nvSpPr>
          <p:spPr>
            <a:xfrm flipH="1" rot="10800000">
              <a:off x="8430775" y="0"/>
              <a:ext cx="356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5" name="Google Shape;485;p54"/>
          <p:cNvGrpSpPr/>
          <p:nvPr/>
        </p:nvGrpSpPr>
        <p:grpSpPr>
          <a:xfrm>
            <a:off x="-100" y="3429300"/>
            <a:ext cx="1433325" cy="1714200"/>
            <a:chOff x="-100" y="3429300"/>
            <a:chExt cx="1433325" cy="1714200"/>
          </a:xfrm>
        </p:grpSpPr>
        <p:sp>
          <p:nvSpPr>
            <p:cNvPr id="486" name="Google Shape;486;p54"/>
            <p:cNvSpPr/>
            <p:nvPr/>
          </p:nvSpPr>
          <p:spPr>
            <a:xfrm>
              <a:off x="72012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7" name="Google Shape;487;p54"/>
            <p:cNvSpPr/>
            <p:nvPr/>
          </p:nvSpPr>
          <p:spPr>
            <a:xfrm>
              <a:off x="-10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8" name="Google Shape;488;p54"/>
            <p:cNvSpPr/>
            <p:nvPr/>
          </p:nvSpPr>
          <p:spPr>
            <a:xfrm>
              <a:off x="-100" y="34293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89" name="Google Shape;489;p54"/>
          <p:cNvSpPr/>
          <p:nvPr/>
        </p:nvSpPr>
        <p:spPr>
          <a:xfrm>
            <a:off x="713000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92" name="Google Shape;492;p55"/>
          <p:cNvGrpSpPr/>
          <p:nvPr/>
        </p:nvGrpSpPr>
        <p:grpSpPr>
          <a:xfrm>
            <a:off x="0" y="0"/>
            <a:ext cx="9144000" cy="5160150"/>
            <a:chOff x="0" y="0"/>
            <a:chExt cx="9144000" cy="5160150"/>
          </a:xfrm>
        </p:grpSpPr>
        <p:grpSp>
          <p:nvGrpSpPr>
            <p:cNvPr id="493" name="Google Shape;493;p55"/>
            <p:cNvGrpSpPr/>
            <p:nvPr/>
          </p:nvGrpSpPr>
          <p:grpSpPr>
            <a:xfrm>
              <a:off x="0" y="3445950"/>
              <a:ext cx="568500" cy="1714200"/>
              <a:chOff x="0" y="3445950"/>
              <a:chExt cx="568500" cy="1714200"/>
            </a:xfrm>
          </p:grpSpPr>
          <p:sp>
            <p:nvSpPr>
              <p:cNvPr id="494" name="Google Shape;494;p55"/>
              <p:cNvSpPr/>
              <p:nvPr/>
            </p:nvSpPr>
            <p:spPr>
              <a:xfrm flipH="1" rot="10800000">
                <a:off x="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5" name="Google Shape;495;p55"/>
              <p:cNvSpPr/>
              <p:nvPr/>
            </p:nvSpPr>
            <p:spPr>
              <a:xfrm flipH="1" rot="10800000">
                <a:off x="0" y="344595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96" name="Google Shape;496;p55"/>
            <p:cNvGrpSpPr/>
            <p:nvPr/>
          </p:nvGrpSpPr>
          <p:grpSpPr>
            <a:xfrm>
              <a:off x="8575500" y="0"/>
              <a:ext cx="568500" cy="5160150"/>
              <a:chOff x="8575500" y="0"/>
              <a:chExt cx="568500" cy="5160150"/>
            </a:xfrm>
          </p:grpSpPr>
          <p:sp>
            <p:nvSpPr>
              <p:cNvPr id="497" name="Google Shape;497;p55"/>
              <p:cNvSpPr/>
              <p:nvPr/>
            </p:nvSpPr>
            <p:spPr>
              <a:xfrm flipH="1" rot="10800000">
                <a:off x="857550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8" name="Google Shape;498;p55"/>
              <p:cNvSpPr/>
              <p:nvPr/>
            </p:nvSpPr>
            <p:spPr>
              <a:xfrm flipH="1" rot="10800000">
                <a:off x="8575500" y="3445950"/>
                <a:ext cx="568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9" name="Google Shape;499;p55"/>
              <p:cNvSpPr/>
              <p:nvPr/>
            </p:nvSpPr>
            <p:spPr>
              <a:xfrm flipH="1" rot="10800000">
                <a:off x="8575500" y="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500" name="Google Shape;500;p5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03" name="Google Shape;503;p56"/>
          <p:cNvGrpSpPr/>
          <p:nvPr/>
        </p:nvGrpSpPr>
        <p:grpSpPr>
          <a:xfrm>
            <a:off x="0" y="0"/>
            <a:ext cx="9145075" cy="5143500"/>
            <a:chOff x="0" y="0"/>
            <a:chExt cx="9145075" cy="5143500"/>
          </a:xfrm>
        </p:grpSpPr>
        <p:sp>
          <p:nvSpPr>
            <p:cNvPr id="504" name="Google Shape;504;p56"/>
            <p:cNvSpPr/>
            <p:nvPr/>
          </p:nvSpPr>
          <p:spPr>
            <a:xfrm flipH="1" rot="10800000">
              <a:off x="0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5" name="Google Shape;505;p56"/>
            <p:cNvSpPr/>
            <p:nvPr/>
          </p:nvSpPr>
          <p:spPr>
            <a:xfrm flipH="1" rot="10800000">
              <a:off x="0" y="3429300"/>
              <a:ext cx="7143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6" name="Google Shape;506;p56"/>
            <p:cNvSpPr/>
            <p:nvPr/>
          </p:nvSpPr>
          <p:spPr>
            <a:xfrm flipH="1" rot="10800000">
              <a:off x="0" y="257220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7" name="Google Shape;507;p56"/>
            <p:cNvSpPr/>
            <p:nvPr/>
          </p:nvSpPr>
          <p:spPr>
            <a:xfrm flipH="1" rot="10800000">
              <a:off x="8430775" y="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8" name="Google Shape;508;p56"/>
            <p:cNvSpPr/>
            <p:nvPr/>
          </p:nvSpPr>
          <p:spPr>
            <a:xfrm flipH="1" rot="10800000">
              <a:off x="8430775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09" name="Google Shape;509;p5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12" name="Google Shape;512;p57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513" name="Google Shape;513;p57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4" name="Google Shape;514;p57"/>
            <p:cNvSpPr/>
            <p:nvPr/>
          </p:nvSpPr>
          <p:spPr>
            <a:xfrm flipH="1" rot="10800000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5" name="Google Shape;515;p57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6" name="Google Shape;516;p57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7" name="Google Shape;517;p57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18" name="Google Shape;518;p57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21" name="Google Shape;521;p58"/>
          <p:cNvGrpSpPr/>
          <p:nvPr/>
        </p:nvGrpSpPr>
        <p:grpSpPr>
          <a:xfrm>
            <a:off x="0" y="3275875"/>
            <a:ext cx="9144000" cy="1863925"/>
            <a:chOff x="0" y="3275875"/>
            <a:chExt cx="9144000" cy="1863925"/>
          </a:xfrm>
        </p:grpSpPr>
        <p:sp>
          <p:nvSpPr>
            <p:cNvPr id="522" name="Google Shape;522;p58"/>
            <p:cNvSpPr/>
            <p:nvPr/>
          </p:nvSpPr>
          <p:spPr>
            <a:xfrm flipH="1" rot="10800000">
              <a:off x="0" y="4282700"/>
              <a:ext cx="708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523" name="Google Shape;523;p58"/>
            <p:cNvGrpSpPr/>
            <p:nvPr/>
          </p:nvGrpSpPr>
          <p:grpSpPr>
            <a:xfrm>
              <a:off x="8435700" y="3275875"/>
              <a:ext cx="708300" cy="1863925"/>
              <a:chOff x="8435700" y="3275875"/>
              <a:chExt cx="708300" cy="1863925"/>
            </a:xfrm>
          </p:grpSpPr>
          <p:sp>
            <p:nvSpPr>
              <p:cNvPr id="524" name="Google Shape;524;p58"/>
              <p:cNvSpPr/>
              <p:nvPr/>
            </p:nvSpPr>
            <p:spPr>
              <a:xfrm>
                <a:off x="8435700" y="3275875"/>
                <a:ext cx="7083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5" name="Google Shape;525;p58"/>
              <p:cNvSpPr/>
              <p:nvPr/>
            </p:nvSpPr>
            <p:spPr>
              <a:xfrm flipH="1" rot="10800000">
                <a:off x="8435700" y="4282700"/>
                <a:ext cx="7083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6" name="Google Shape;526;p58"/>
              <p:cNvSpPr/>
              <p:nvPr/>
            </p:nvSpPr>
            <p:spPr>
              <a:xfrm flipH="1" rot="10800000">
                <a:off x="8435700" y="3436375"/>
                <a:ext cx="7083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527" name="Google Shape;527;p58"/>
            <p:cNvSpPr/>
            <p:nvPr/>
          </p:nvSpPr>
          <p:spPr>
            <a:xfrm>
              <a:off x="0" y="4132975"/>
              <a:ext cx="7083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28" name="Google Shape;528;p5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9"/>
          <p:cNvSpPr txBox="1"/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1" name="Google Shape;531;p59"/>
          <p:cNvSpPr txBox="1"/>
          <p:nvPr>
            <p:ph idx="1" type="subTitle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532" name="Google Shape;532;p59"/>
          <p:cNvSpPr/>
          <p:nvPr>
            <p:ph idx="2" type="pic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33" name="Google Shape;533;p59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534" name="Google Shape;534;p59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5" name="Google Shape;535;p59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6" name="Google Shape;536;p59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37" name="Google Shape;537;p59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0"/>
          <p:cNvSpPr txBox="1"/>
          <p:nvPr>
            <p:ph type="title"/>
          </p:nvPr>
        </p:nvSpPr>
        <p:spPr>
          <a:xfrm>
            <a:off x="4253750" y="769400"/>
            <a:ext cx="3955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0" name="Google Shape;540;p60"/>
          <p:cNvSpPr txBox="1"/>
          <p:nvPr>
            <p:ph idx="1" type="subTitle"/>
          </p:nvPr>
        </p:nvSpPr>
        <p:spPr>
          <a:xfrm>
            <a:off x="4253750" y="1859617"/>
            <a:ext cx="3684000" cy="12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1" name="Google Shape;541;p60"/>
          <p:cNvSpPr txBox="1"/>
          <p:nvPr/>
        </p:nvSpPr>
        <p:spPr>
          <a:xfrm>
            <a:off x="4253760" y="3320333"/>
            <a:ext cx="36840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sz="1200" u="sng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61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544" name="Google Shape;544;p61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5" name="Google Shape;545;p61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6" name="Google Shape;546;p61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7" name="Google Shape;547;p61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8" name="Google Shape;548;p61"/>
            <p:cNvSpPr/>
            <p:nvPr/>
          </p:nvSpPr>
          <p:spPr>
            <a:xfrm flipH="1" rot="10800000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9" name="Google Shape;549;p61"/>
            <p:cNvSpPr/>
            <p:nvPr/>
          </p:nvSpPr>
          <p:spPr>
            <a:xfrm flipH="1" rot="10800000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0" name="Google Shape;550;p61"/>
            <p:cNvSpPr/>
            <p:nvPr/>
          </p:nvSpPr>
          <p:spPr>
            <a:xfrm flipH="1" rot="10800000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62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553" name="Google Shape;553;p62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62"/>
            <p:cNvSpPr/>
            <p:nvPr/>
          </p:nvSpPr>
          <p:spPr>
            <a:xfrm flipH="1" rot="10800000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5" name="Google Shape;555;p62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6" name="Google Shape;556;p62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7" name="Google Shape;557;p62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58" name="Google Shape;558;p62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59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YUKIKbxA30oTXOsn-ygl_f8k9wI5Wpr2/view" TargetMode="External"/><Relationship Id="rId4" Type="http://schemas.openxmlformats.org/officeDocument/2006/relationships/image" Target="../media/image10.jpg"/><Relationship Id="rId5" Type="http://schemas.openxmlformats.org/officeDocument/2006/relationships/hyperlink" Target="http://drive.google.com/file/d/1fagwzEyTYxu44cdh-97ihQpT7dcWQ8Tl/view" TargetMode="External"/><Relationship Id="rId6" Type="http://schemas.openxmlformats.org/officeDocument/2006/relationships/image" Target="../media/image7.jpg"/><Relationship Id="rId7" Type="http://schemas.openxmlformats.org/officeDocument/2006/relationships/hyperlink" Target="http://drive.google.com/file/d/11tPJm05eesi2nSCmXDAy1izZtHU3InaV/view" TargetMode="External"/><Relationship Id="rId8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ZCttgi7JglgDqVNV1_fquaAU7Y7jftMw/view" TargetMode="External"/><Relationship Id="rId4" Type="http://schemas.openxmlformats.org/officeDocument/2006/relationships/image" Target="../media/image6.jpg"/><Relationship Id="rId5" Type="http://schemas.openxmlformats.org/officeDocument/2006/relationships/hyperlink" Target="http://drive.google.com/file/d/1mjaQQboSH9RodSnrY-dmEDurlWUwFSwI/view" TargetMode="External"/><Relationship Id="rId6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p63"/>
          <p:cNvGrpSpPr/>
          <p:nvPr/>
        </p:nvGrpSpPr>
        <p:grpSpPr>
          <a:xfrm>
            <a:off x="9043690" y="2150"/>
            <a:ext cx="100512" cy="5139225"/>
            <a:chOff x="7468800" y="0"/>
            <a:chExt cx="1675200" cy="5139225"/>
          </a:xfrm>
        </p:grpSpPr>
        <p:grpSp>
          <p:nvGrpSpPr>
            <p:cNvPr id="564" name="Google Shape;564;p63"/>
            <p:cNvGrpSpPr/>
            <p:nvPr/>
          </p:nvGrpSpPr>
          <p:grpSpPr>
            <a:xfrm>
              <a:off x="7468800" y="0"/>
              <a:ext cx="1675200" cy="5139225"/>
              <a:chOff x="7468800" y="0"/>
              <a:chExt cx="1675200" cy="5139225"/>
            </a:xfrm>
          </p:grpSpPr>
          <p:sp>
            <p:nvSpPr>
              <p:cNvPr id="565" name="Google Shape;565;p63"/>
              <p:cNvSpPr/>
              <p:nvPr/>
            </p:nvSpPr>
            <p:spPr>
              <a:xfrm>
                <a:off x="7468800" y="3464996"/>
                <a:ext cx="1675200" cy="816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66" name="Google Shape;566;p63"/>
              <p:cNvSpPr/>
              <p:nvPr/>
            </p:nvSpPr>
            <p:spPr>
              <a:xfrm>
                <a:off x="7468800" y="4282125"/>
                <a:ext cx="16752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67" name="Google Shape;567;p63"/>
              <p:cNvSpPr/>
              <p:nvPr/>
            </p:nvSpPr>
            <p:spPr>
              <a:xfrm>
                <a:off x="7468800" y="2647875"/>
                <a:ext cx="1675200" cy="816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68" name="Google Shape;568;p63"/>
              <p:cNvSpPr/>
              <p:nvPr/>
            </p:nvSpPr>
            <p:spPr>
              <a:xfrm flipH="1" rot="10800000">
                <a:off x="7468800" y="857329"/>
                <a:ext cx="1675200" cy="816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69" name="Google Shape;569;p63"/>
              <p:cNvSpPr/>
              <p:nvPr/>
            </p:nvSpPr>
            <p:spPr>
              <a:xfrm flipH="1" rot="10800000">
                <a:off x="7468800" y="0"/>
                <a:ext cx="16752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0" name="Google Shape;570;p63"/>
              <p:cNvSpPr/>
              <p:nvPr/>
            </p:nvSpPr>
            <p:spPr>
              <a:xfrm flipH="1" rot="10800000">
                <a:off x="7468800" y="1674450"/>
                <a:ext cx="1675200" cy="816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571" name="Google Shape;571;p63"/>
            <p:cNvSpPr/>
            <p:nvPr/>
          </p:nvSpPr>
          <p:spPr>
            <a:xfrm>
              <a:off x="7468800" y="2491500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72" name="Google Shape;572;p63"/>
          <p:cNvSpPr txBox="1"/>
          <p:nvPr>
            <p:ph type="ctrTitle"/>
          </p:nvPr>
        </p:nvSpPr>
        <p:spPr>
          <a:xfrm>
            <a:off x="722675" y="1413625"/>
            <a:ext cx="7476600" cy="15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Wpływ hiperparametrów na działanie algorytmów RL</a:t>
            </a:r>
            <a:endParaRPr sz="4200"/>
          </a:p>
        </p:txBody>
      </p:sp>
      <p:sp>
        <p:nvSpPr>
          <p:cNvPr id="573" name="Google Shape;573;p63"/>
          <p:cNvSpPr/>
          <p:nvPr/>
        </p:nvSpPr>
        <p:spPr>
          <a:xfrm>
            <a:off x="833327" y="962466"/>
            <a:ext cx="1449900" cy="5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4"/>
          <p:cNvSpPr txBox="1"/>
          <p:nvPr>
            <p:ph type="title"/>
          </p:nvPr>
        </p:nvSpPr>
        <p:spPr>
          <a:xfrm>
            <a:off x="1581300" y="1840250"/>
            <a:ext cx="6709500" cy="19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 projektu i wykorzystane środowiska </a:t>
            </a:r>
            <a:endParaRPr/>
          </a:p>
        </p:txBody>
      </p:sp>
      <p:sp>
        <p:nvSpPr>
          <p:cNvPr id="579" name="Google Shape;579;p64"/>
          <p:cNvSpPr txBox="1"/>
          <p:nvPr>
            <p:ph idx="2" type="title"/>
          </p:nvPr>
        </p:nvSpPr>
        <p:spPr>
          <a:xfrm>
            <a:off x="1742100" y="816600"/>
            <a:ext cx="970200" cy="9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0" name="Google Shape;580;p64"/>
          <p:cNvSpPr/>
          <p:nvPr/>
        </p:nvSpPr>
        <p:spPr>
          <a:xfrm>
            <a:off x="1742110" y="4071651"/>
            <a:ext cx="22131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5"/>
          <p:cNvSpPr txBox="1"/>
          <p:nvPr>
            <p:ph type="title"/>
          </p:nvPr>
        </p:nvSpPr>
        <p:spPr>
          <a:xfrm>
            <a:off x="720000" y="6247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Środowiska badawcze</a:t>
            </a:r>
            <a:endParaRPr/>
          </a:p>
        </p:txBody>
      </p:sp>
      <p:sp>
        <p:nvSpPr>
          <p:cNvPr id="586" name="Google Shape;586;p65"/>
          <p:cNvSpPr txBox="1"/>
          <p:nvPr>
            <p:ph idx="2" type="title"/>
          </p:nvPr>
        </p:nvSpPr>
        <p:spPr>
          <a:xfrm>
            <a:off x="720000" y="1615675"/>
            <a:ext cx="28338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Acrobot-v1</a:t>
            </a:r>
            <a:endParaRPr/>
          </a:p>
        </p:txBody>
      </p:sp>
      <p:sp>
        <p:nvSpPr>
          <p:cNvPr id="587" name="Google Shape;587;p65"/>
          <p:cNvSpPr txBox="1"/>
          <p:nvPr>
            <p:ph idx="6" type="title"/>
          </p:nvPr>
        </p:nvSpPr>
        <p:spPr>
          <a:xfrm>
            <a:off x="720000" y="2817613"/>
            <a:ext cx="28338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LunarLander-v3</a:t>
            </a:r>
            <a:endParaRPr sz="2600"/>
          </a:p>
        </p:txBody>
      </p:sp>
      <p:sp>
        <p:nvSpPr>
          <p:cNvPr id="588" name="Google Shape;588;p65"/>
          <p:cNvSpPr txBox="1"/>
          <p:nvPr>
            <p:ph idx="1" type="subTitle"/>
          </p:nvPr>
        </p:nvSpPr>
        <p:spPr>
          <a:xfrm>
            <a:off x="4604250" y="1762375"/>
            <a:ext cx="3774000" cy="4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89" name="Google Shape;589;p65"/>
          <p:cNvSpPr txBox="1"/>
          <p:nvPr>
            <p:ph idx="9" type="subTitle"/>
          </p:nvPr>
        </p:nvSpPr>
        <p:spPr>
          <a:xfrm>
            <a:off x="4548900" y="2667850"/>
            <a:ext cx="38847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90" name="Google Shape;590;p65"/>
          <p:cNvSpPr txBox="1"/>
          <p:nvPr>
            <p:ph idx="6" type="title"/>
          </p:nvPr>
        </p:nvSpPr>
        <p:spPr>
          <a:xfrm>
            <a:off x="720000" y="4019550"/>
            <a:ext cx="28338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Cartpole-v1</a:t>
            </a:r>
            <a:endParaRPr/>
          </a:p>
        </p:txBody>
      </p:sp>
      <p:sp>
        <p:nvSpPr>
          <p:cNvPr id="591" name="Google Shape;591;p65"/>
          <p:cNvSpPr txBox="1"/>
          <p:nvPr>
            <p:ph idx="9" type="subTitle"/>
          </p:nvPr>
        </p:nvSpPr>
        <p:spPr>
          <a:xfrm>
            <a:off x="4604250" y="3828575"/>
            <a:ext cx="38847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592" name="Google Shape;592;p65"/>
          <p:cNvPicPr preferRelativeResize="0"/>
          <p:nvPr/>
        </p:nvPicPr>
        <p:blipFill rotWithShape="1">
          <a:blip r:embed="rId3">
            <a:alphaModFix/>
          </a:blip>
          <a:srcRect b="12379" l="4265" r="15709" t="10347"/>
          <a:stretch/>
        </p:blipFill>
        <p:spPr>
          <a:xfrm>
            <a:off x="5731500" y="1326850"/>
            <a:ext cx="1109075" cy="110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65"/>
          <p:cNvPicPr preferRelativeResize="0"/>
          <p:nvPr/>
        </p:nvPicPr>
        <p:blipFill rotWithShape="1">
          <a:blip r:embed="rId4">
            <a:alphaModFix/>
          </a:blip>
          <a:srcRect b="0" l="-8090" r="8090" t="0"/>
          <a:stretch/>
        </p:blipFill>
        <p:spPr>
          <a:xfrm>
            <a:off x="5479288" y="2690037"/>
            <a:ext cx="1613487" cy="98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65"/>
          <p:cNvPicPr preferRelativeResize="0"/>
          <p:nvPr/>
        </p:nvPicPr>
        <p:blipFill rotWithShape="1">
          <a:blip r:embed="rId5">
            <a:alphaModFix/>
          </a:blip>
          <a:srcRect b="8348" l="25719" r="27142" t="33882"/>
          <a:stretch/>
        </p:blipFill>
        <p:spPr>
          <a:xfrm>
            <a:off x="5731500" y="3832150"/>
            <a:ext cx="1287389" cy="110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6"/>
          <p:cNvSpPr txBox="1"/>
          <p:nvPr>
            <p:ph type="title"/>
          </p:nvPr>
        </p:nvSpPr>
        <p:spPr>
          <a:xfrm>
            <a:off x="1581300" y="1840259"/>
            <a:ext cx="5981400" cy="19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Badane algorytmy</a:t>
            </a:r>
            <a:endParaRPr/>
          </a:p>
        </p:txBody>
      </p:sp>
      <p:sp>
        <p:nvSpPr>
          <p:cNvPr id="600" name="Google Shape;600;p66"/>
          <p:cNvSpPr txBox="1"/>
          <p:nvPr>
            <p:ph idx="2" type="title"/>
          </p:nvPr>
        </p:nvSpPr>
        <p:spPr>
          <a:xfrm>
            <a:off x="1742100" y="816600"/>
            <a:ext cx="970200" cy="9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01" name="Google Shape;601;p66"/>
          <p:cNvSpPr/>
          <p:nvPr/>
        </p:nvSpPr>
        <p:spPr>
          <a:xfrm>
            <a:off x="1742110" y="4071651"/>
            <a:ext cx="22131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7"/>
          <p:cNvSpPr txBox="1"/>
          <p:nvPr>
            <p:ph type="title"/>
          </p:nvPr>
        </p:nvSpPr>
        <p:spPr>
          <a:xfrm>
            <a:off x="720000" y="6247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Badane algorytmy</a:t>
            </a:r>
            <a:endParaRPr/>
          </a:p>
        </p:txBody>
      </p:sp>
      <p:sp>
        <p:nvSpPr>
          <p:cNvPr id="607" name="Google Shape;607;p67"/>
          <p:cNvSpPr txBox="1"/>
          <p:nvPr>
            <p:ph idx="2" type="title"/>
          </p:nvPr>
        </p:nvSpPr>
        <p:spPr>
          <a:xfrm>
            <a:off x="720000" y="1468975"/>
            <a:ext cx="2690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</a:t>
            </a:r>
            <a:endParaRPr/>
          </a:p>
        </p:txBody>
      </p:sp>
      <p:sp>
        <p:nvSpPr>
          <p:cNvPr id="608" name="Google Shape;608;p67"/>
          <p:cNvSpPr txBox="1"/>
          <p:nvPr>
            <p:ph idx="6" type="title"/>
          </p:nvPr>
        </p:nvSpPr>
        <p:spPr>
          <a:xfrm>
            <a:off x="720000" y="2380573"/>
            <a:ext cx="2690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DQN</a:t>
            </a:r>
            <a:endParaRPr/>
          </a:p>
        </p:txBody>
      </p:sp>
      <p:sp>
        <p:nvSpPr>
          <p:cNvPr id="609" name="Google Shape;609;p67"/>
          <p:cNvSpPr txBox="1"/>
          <p:nvPr>
            <p:ph idx="1" type="subTitle"/>
          </p:nvPr>
        </p:nvSpPr>
        <p:spPr>
          <a:xfrm>
            <a:off x="4604250" y="1536325"/>
            <a:ext cx="3774000" cy="4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aleway Medium"/>
                <a:ea typeface="Raleway Medium"/>
                <a:cs typeface="Raleway Medium"/>
                <a:sym typeface="Raleway Medium"/>
              </a:rPr>
              <a:t>Nowoczesny i stabilny algorytm Policy Gradient.</a:t>
            </a:r>
            <a:endParaRPr sz="14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10" name="Google Shape;610;p67"/>
          <p:cNvSpPr txBox="1"/>
          <p:nvPr>
            <p:ph idx="9" type="subTitle"/>
          </p:nvPr>
        </p:nvSpPr>
        <p:spPr>
          <a:xfrm>
            <a:off x="4548900" y="2189638"/>
            <a:ext cx="38847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aleway Medium"/>
                <a:ea typeface="Raleway Medium"/>
                <a:cs typeface="Raleway Medium"/>
                <a:sym typeface="Raleway Medium"/>
              </a:rPr>
              <a:t>Klasyczny algorytm, wykorzystujący sieci neuronowe i bufor pamięci do nauki na podstawie przeszłych doświadczeń. </a:t>
            </a:r>
            <a:endParaRPr sz="14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11" name="Google Shape;611;p67"/>
          <p:cNvSpPr txBox="1"/>
          <p:nvPr>
            <p:ph idx="6" type="title"/>
          </p:nvPr>
        </p:nvSpPr>
        <p:spPr>
          <a:xfrm>
            <a:off x="720000" y="3292175"/>
            <a:ext cx="2690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QRDQN </a:t>
            </a:r>
            <a:endParaRPr/>
          </a:p>
        </p:txBody>
      </p:sp>
      <p:sp>
        <p:nvSpPr>
          <p:cNvPr id="612" name="Google Shape;612;p67"/>
          <p:cNvSpPr txBox="1"/>
          <p:nvPr>
            <p:ph idx="9" type="subTitle"/>
          </p:nvPr>
        </p:nvSpPr>
        <p:spPr>
          <a:xfrm>
            <a:off x="4548900" y="3019600"/>
            <a:ext cx="38847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aleway Medium"/>
                <a:ea typeface="Raleway Medium"/>
                <a:cs typeface="Raleway Medium"/>
                <a:sym typeface="Raleway Medium"/>
              </a:rPr>
              <a:t>Zaawansowana wersja DQN, która zamiast uśrednionej nagrody przewiduje cały rozkład prawdopodobieństwa przyszłych nagród. </a:t>
            </a:r>
            <a:endParaRPr sz="14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13" name="Google Shape;613;p67"/>
          <p:cNvSpPr txBox="1"/>
          <p:nvPr>
            <p:ph idx="6" type="title"/>
          </p:nvPr>
        </p:nvSpPr>
        <p:spPr>
          <a:xfrm>
            <a:off x="720000" y="4203775"/>
            <a:ext cx="2690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 </a:t>
            </a:r>
            <a:endParaRPr/>
          </a:p>
        </p:txBody>
      </p:sp>
      <p:sp>
        <p:nvSpPr>
          <p:cNvPr id="614" name="Google Shape;614;p67"/>
          <p:cNvSpPr txBox="1"/>
          <p:nvPr/>
        </p:nvSpPr>
        <p:spPr>
          <a:xfrm>
            <a:off x="4604250" y="4290025"/>
            <a:ext cx="377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Podstawowy algorytm Policy Gradient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8"/>
          <p:cNvSpPr txBox="1"/>
          <p:nvPr>
            <p:ph type="title"/>
          </p:nvPr>
        </p:nvSpPr>
        <p:spPr>
          <a:xfrm>
            <a:off x="1581300" y="1840259"/>
            <a:ext cx="5981400" cy="19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Eksperymenty</a:t>
            </a:r>
            <a:endParaRPr/>
          </a:p>
        </p:txBody>
      </p:sp>
      <p:sp>
        <p:nvSpPr>
          <p:cNvPr id="620" name="Google Shape;620;p68"/>
          <p:cNvSpPr txBox="1"/>
          <p:nvPr>
            <p:ph idx="2" type="title"/>
          </p:nvPr>
        </p:nvSpPr>
        <p:spPr>
          <a:xfrm>
            <a:off x="1742100" y="816600"/>
            <a:ext cx="970200" cy="9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21" name="Google Shape;621;p68"/>
          <p:cNvSpPr/>
          <p:nvPr/>
        </p:nvSpPr>
        <p:spPr>
          <a:xfrm>
            <a:off x="1742110" y="4071651"/>
            <a:ext cx="22131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9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Parametry Wyjściowe PPO</a:t>
            </a:r>
            <a:endParaRPr/>
          </a:p>
        </p:txBody>
      </p:sp>
      <p:sp>
        <p:nvSpPr>
          <p:cNvPr id="627" name="Google Shape;627;p69"/>
          <p:cNvSpPr txBox="1"/>
          <p:nvPr>
            <p:ph idx="1" type="subTitle"/>
          </p:nvPr>
        </p:nvSpPr>
        <p:spPr>
          <a:xfrm>
            <a:off x="698825" y="1580125"/>
            <a:ext cx="40089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8" name="Google Shape;628;p69"/>
          <p:cNvGraphicFramePr/>
          <p:nvPr/>
        </p:nvGraphicFramePr>
        <p:xfrm>
          <a:off x="1171725" y="15801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{65281188-21B7-48E0-BE70-235E6DFD2079}</a:tableStyleId>
              </a:tblPr>
              <a:tblGrid>
                <a:gridCol w="2351625"/>
                <a:gridCol w="3490625"/>
              </a:tblGrid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learning_rate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0.001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batch_size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64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gamma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0.99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4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gae_lambda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0.95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ent_coef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policy_kwargs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[256, 256]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time_steps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100000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0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Parametry Wyjściowe DQN</a:t>
            </a:r>
            <a:endParaRPr/>
          </a:p>
        </p:txBody>
      </p:sp>
      <p:sp>
        <p:nvSpPr>
          <p:cNvPr id="634" name="Google Shape;634;p70"/>
          <p:cNvSpPr txBox="1"/>
          <p:nvPr>
            <p:ph idx="1" type="subTitle"/>
          </p:nvPr>
        </p:nvSpPr>
        <p:spPr>
          <a:xfrm>
            <a:off x="698825" y="1580125"/>
            <a:ext cx="40089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5" name="Google Shape;635;p70"/>
          <p:cNvGraphicFramePr/>
          <p:nvPr/>
        </p:nvGraphicFramePr>
        <p:xfrm>
          <a:off x="1171725" y="15801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{65281188-21B7-48E0-BE70-235E6DFD2079}</a:tableStyleId>
              </a:tblPr>
              <a:tblGrid>
                <a:gridCol w="2351625"/>
                <a:gridCol w="3490625"/>
              </a:tblGrid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learning_rate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0.0005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batch_size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64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gamma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0.99</a:t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4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buffer_size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0.95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exploration_fraction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policy_kwargs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[256, 256]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time_steps</a:t>
                      </a:r>
                      <a:endParaRPr b="1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100000</a:t>
                      </a:r>
                      <a:endParaRPr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1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1" name="Google Shape;641;p71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2" name="Google Shape;642;p71"/>
          <p:cNvSpPr txBox="1"/>
          <p:nvPr>
            <p:ph type="title"/>
          </p:nvPr>
        </p:nvSpPr>
        <p:spPr>
          <a:xfrm>
            <a:off x="557850" y="584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Modyfikowane parametry</a:t>
            </a:r>
            <a:endParaRPr sz="2800"/>
          </a:p>
        </p:txBody>
      </p:sp>
      <p:sp>
        <p:nvSpPr>
          <p:cNvPr id="643" name="Google Shape;643;p71"/>
          <p:cNvSpPr txBox="1"/>
          <p:nvPr/>
        </p:nvSpPr>
        <p:spPr>
          <a:xfrm>
            <a:off x="1413750" y="4019200"/>
            <a:ext cx="7103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aphicFrame>
        <p:nvGraphicFramePr>
          <p:cNvPr id="644" name="Google Shape;644;p71"/>
          <p:cNvGraphicFramePr/>
          <p:nvPr/>
        </p:nvGraphicFramePr>
        <p:xfrm>
          <a:off x="1254275" y="1498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{65281188-21B7-48E0-BE70-235E6DFD2079}</a:tableStyleId>
              </a:tblPr>
              <a:tblGrid>
                <a:gridCol w="3154350"/>
                <a:gridCol w="3156775"/>
              </a:tblGrid>
              <a:tr h="63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PPO</a:t>
                      </a:r>
                      <a:endParaRPr sz="1900">
                        <a:solidFill>
                          <a:schemeClr val="lt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76200" marB="76200" marR="114300" marL="114300" anchor="ctr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DQN</a:t>
                      </a:r>
                      <a:endParaRPr sz="1200">
                        <a:solidFill>
                          <a:schemeClr val="lt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76200" marB="76200" marR="114300" marL="114300" anchor="ctr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7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learning_rate</a:t>
                      </a:r>
                      <a:endParaRPr b="1" sz="1200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learning_rate</a:t>
                      </a:r>
                      <a:endParaRPr b="1" sz="1200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7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batch_size</a:t>
                      </a:r>
                      <a:endParaRPr b="1" sz="1200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batch_size</a:t>
                      </a:r>
                      <a:endParaRPr b="1" sz="1200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7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gamma</a:t>
                      </a:r>
                      <a:endParaRPr b="1" sz="1200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buffer_size</a:t>
                      </a:r>
                      <a:endParaRPr b="1" sz="1200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7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gae_lambda</a:t>
                      </a:r>
                      <a:endParaRPr b="1" sz="1200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exploration_fraction</a:t>
                      </a:r>
                      <a:endParaRPr b="1" sz="1200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7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ent_coef</a:t>
                      </a:r>
                      <a:endParaRPr b="1" sz="1200">
                        <a:solidFill>
                          <a:schemeClr val="lt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2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0" name="Google Shape;650;p72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1" name="Google Shape;651;p72"/>
          <p:cNvSpPr txBox="1"/>
          <p:nvPr>
            <p:ph type="title"/>
          </p:nvPr>
        </p:nvSpPr>
        <p:spPr>
          <a:xfrm>
            <a:off x="720000" y="448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learning rate</a:t>
            </a:r>
            <a:endParaRPr/>
          </a:p>
        </p:txBody>
      </p:sp>
      <p:sp>
        <p:nvSpPr>
          <p:cNvPr id="652" name="Google Shape;652;p72"/>
          <p:cNvSpPr txBox="1"/>
          <p:nvPr/>
        </p:nvSpPr>
        <p:spPr>
          <a:xfrm>
            <a:off x="1518125" y="4097475"/>
            <a:ext cx="7103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653" name="Google Shape;65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175" y="1334625"/>
            <a:ext cx="6584827" cy="345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learning rate</a:t>
            </a:r>
            <a:endParaRPr/>
          </a:p>
        </p:txBody>
      </p:sp>
      <p:pic>
        <p:nvPicPr>
          <p:cNvPr id="659" name="Google Shape;65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550" y="1212425"/>
            <a:ext cx="6322002" cy="332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4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74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p74"/>
          <p:cNvSpPr txBox="1"/>
          <p:nvPr>
            <p:ph type="title"/>
          </p:nvPr>
        </p:nvSpPr>
        <p:spPr>
          <a:xfrm>
            <a:off x="1279825" y="11788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BASE                 lr = 1e-04              lr = 5e-3</a:t>
            </a:r>
            <a:endParaRPr/>
          </a:p>
        </p:txBody>
      </p:sp>
      <p:pic>
        <p:nvPicPr>
          <p:cNvPr id="667" name="Google Shape;667;p74" title="ppo_acrobot_bas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575" y="2038600"/>
            <a:ext cx="2447484" cy="238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74" title="ppo_acrobot_lr_1e-4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0371" y="2056087"/>
            <a:ext cx="2447484" cy="238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74" title="ppo_acrobot_lr_5e-3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20176" y="2073575"/>
            <a:ext cx="2411675" cy="23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5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5" name="Google Shape;675;p75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6" name="Google Shape;676;p7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batch size</a:t>
            </a:r>
            <a:endParaRPr/>
          </a:p>
        </p:txBody>
      </p:sp>
      <p:pic>
        <p:nvPicPr>
          <p:cNvPr id="677" name="Google Shape;67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900" y="1216575"/>
            <a:ext cx="6908052" cy="362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6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76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4" name="Google Shape;684;p7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gamma</a:t>
            </a:r>
            <a:endParaRPr/>
          </a:p>
        </p:txBody>
      </p:sp>
      <p:pic>
        <p:nvPicPr>
          <p:cNvPr id="685" name="Google Shape;68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100" y="1310025"/>
            <a:ext cx="6481848" cy="34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7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1" name="Google Shape;691;p77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2" name="Google Shape;692;p7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gae lambda </a:t>
            </a:r>
            <a:endParaRPr/>
          </a:p>
        </p:txBody>
      </p:sp>
      <p:pic>
        <p:nvPicPr>
          <p:cNvPr id="693" name="Google Shape;69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750" y="1238500"/>
            <a:ext cx="6692500" cy="351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8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78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0" name="Google Shape;700;p7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ent coef  </a:t>
            </a:r>
            <a:endParaRPr/>
          </a:p>
        </p:txBody>
      </p:sp>
      <p:pic>
        <p:nvPicPr>
          <p:cNvPr id="701" name="Google Shape;70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150" y="1283925"/>
            <a:ext cx="6655698" cy="349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9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" name="Google Shape;707;p79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8" name="Google Shape;708;p7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DQN learning rate</a:t>
            </a:r>
            <a:endParaRPr/>
          </a:p>
        </p:txBody>
      </p:sp>
      <p:pic>
        <p:nvPicPr>
          <p:cNvPr id="709" name="Google Shape;70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925" y="1264600"/>
            <a:ext cx="5977375" cy="3140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0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5" name="Google Shape;715;p80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6" name="Google Shape;716;p8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DQN learning rate</a:t>
            </a:r>
            <a:endParaRPr/>
          </a:p>
        </p:txBody>
      </p:sp>
      <p:pic>
        <p:nvPicPr>
          <p:cNvPr id="717" name="Google Shape;71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150" y="1264600"/>
            <a:ext cx="6444150" cy="338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81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p81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4" name="Google Shape;724;p81"/>
          <p:cNvSpPr txBox="1"/>
          <p:nvPr>
            <p:ph type="title"/>
          </p:nvPr>
        </p:nvSpPr>
        <p:spPr>
          <a:xfrm>
            <a:off x="1880050" y="1165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BASE                      lr = 1e-04              </a:t>
            </a:r>
            <a:endParaRPr/>
          </a:p>
        </p:txBody>
      </p:sp>
      <p:pic>
        <p:nvPicPr>
          <p:cNvPr id="725" name="Google Shape;725;p81" title="dqn_acrobot_bas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2750" y="2060550"/>
            <a:ext cx="2498400" cy="249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81" title="dqn_acrobot_lr_1e-4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9825" y="2060550"/>
            <a:ext cx="2498400" cy="24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2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2" name="Google Shape;732;p82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3" name="Google Shape;733;p8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DQN batch size</a:t>
            </a:r>
            <a:endParaRPr/>
          </a:p>
        </p:txBody>
      </p:sp>
      <p:pic>
        <p:nvPicPr>
          <p:cNvPr id="734" name="Google Shape;73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25" y="1264600"/>
            <a:ext cx="6394476" cy="335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83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0" name="Google Shape;740;p83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1" name="Google Shape;741;p8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DQN buffer size</a:t>
            </a:r>
            <a:endParaRPr/>
          </a:p>
        </p:txBody>
      </p:sp>
      <p:pic>
        <p:nvPicPr>
          <p:cNvPr id="742" name="Google Shape;74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025" y="1264600"/>
            <a:ext cx="6493773" cy="34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84"/>
          <p:cNvSpPr/>
          <p:nvPr/>
        </p:nvSpPr>
        <p:spPr>
          <a:xfrm flipH="1" rot="10800000">
            <a:off x="713225" y="4286400"/>
            <a:ext cx="714300" cy="8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8" name="Google Shape;748;p84"/>
          <p:cNvSpPr/>
          <p:nvPr/>
        </p:nvSpPr>
        <p:spPr>
          <a:xfrm flipH="1" rot="10800000">
            <a:off x="7709700" y="4286400"/>
            <a:ext cx="7143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9" name="Google Shape;749;p8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DQN exploration fraction </a:t>
            </a:r>
            <a:endParaRPr/>
          </a:p>
        </p:txBody>
      </p:sp>
      <p:pic>
        <p:nvPicPr>
          <p:cNvPr id="750" name="Google Shape;75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925" y="1286250"/>
            <a:ext cx="6463677" cy="33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85"/>
          <p:cNvSpPr txBox="1"/>
          <p:nvPr>
            <p:ph type="title"/>
          </p:nvPr>
        </p:nvSpPr>
        <p:spPr>
          <a:xfrm>
            <a:off x="1581300" y="1840259"/>
            <a:ext cx="5981400" cy="19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Wnioski</a:t>
            </a:r>
            <a:endParaRPr/>
          </a:p>
        </p:txBody>
      </p:sp>
      <p:sp>
        <p:nvSpPr>
          <p:cNvPr id="756" name="Google Shape;756;p85"/>
          <p:cNvSpPr txBox="1"/>
          <p:nvPr>
            <p:ph idx="2" type="title"/>
          </p:nvPr>
        </p:nvSpPr>
        <p:spPr>
          <a:xfrm>
            <a:off x="1742100" y="816600"/>
            <a:ext cx="970200" cy="9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57" name="Google Shape;757;p85"/>
          <p:cNvSpPr/>
          <p:nvPr/>
        </p:nvSpPr>
        <p:spPr>
          <a:xfrm>
            <a:off x="1742110" y="4071651"/>
            <a:ext cx="22131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86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Wnioski</a:t>
            </a:r>
            <a:endParaRPr/>
          </a:p>
        </p:txBody>
      </p:sp>
      <p:sp>
        <p:nvSpPr>
          <p:cNvPr id="763" name="Google Shape;763;p86"/>
          <p:cNvSpPr txBox="1"/>
          <p:nvPr>
            <p:ph idx="1" type="subTitle"/>
          </p:nvPr>
        </p:nvSpPr>
        <p:spPr>
          <a:xfrm>
            <a:off x="713225" y="1571625"/>
            <a:ext cx="6951900" cy="27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Algorytm PPO okazał się odporny na modyfikacje parametrów i stabilnie dążył do celu. W przeciwieństwie do niego, DQN reagował skrajną wrażliwością na najmniejsze zmiany w konfiguracji.</a:t>
            </a: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 Manipulowanie hiperparametrów rzadko pozwala znacząco pobić poprawnie działający model bazowy, ale łatwo potrafi go całkowicie zepsuć.</a:t>
            </a: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Podstawowy algorytm REINFORCE stanowi dobry punkt wyjścia, ale z powodu dużej niestabilności w trakcie nauki wizualnie i punktowo ustępuje nowszym metodom, takim jak PPO.  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uccession Planning Project Proposal by Slidesgo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uccession Planning Project Proposal by Slidesgo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